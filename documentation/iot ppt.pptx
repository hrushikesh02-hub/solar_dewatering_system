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9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uzoot5mtni2e/mnt/agents/output/solar_dewatering/images/4_Dark_Creepy_Dirty_Flooded_Abandoned.png"/>
          <p:cNvPicPr>
            <a:picLocks noChangeAspect="1"/>
          </p:cNvPicPr>
          <p:nvPr/>
        </p:nvPicPr>
        <p:blipFill>
          <a:blip r:embed="rId3"/>
          <a:srcRect t="10826" b="1082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61220">
                  <a:alpha val="90000"/>
                </a:srgbClr>
              </a:gs>
              <a:gs pos="50000">
                <a:srgbClr val="0B1D3A">
                  <a:alpha val="80000"/>
                </a:srgbClr>
              </a:gs>
              <a:gs pos="100000">
                <a:srgbClr val="061220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778000"/>
            <a:ext cx="2540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2032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42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SOLAR-POWERED AUTOMATIC</a:t>
            </a:r>
            <a:endParaRPr lang="en-US" sz="4200" dirty="0"/>
          </a:p>
          <a:p>
            <a:pPr algn="ctr">
              <a:lnSpc>
                <a:spcPct val="115000"/>
              </a:lnSpc>
            </a:pPr>
            <a:r>
              <a:rPr lang="en-US" sz="42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DEWATERING 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540000" y="3683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00E5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Mining Operations Using IoT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23000" y="4445000"/>
            <a:ext cx="3810000" cy="254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5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540000" y="47625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Sanjivani College of 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0" y="527050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Engineering | S.Y. B.Tech | Div-A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75000" y="5715000"/>
            <a:ext cx="990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Fundamentals of Internet of Things (MDCO223) | Academic Year 2025-26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88000" y="647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48000" y="69215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Thombare Hrushikesh   |   Waghmare Rutuja   |   Rajput Gayatri   |   Dhanapune Om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7112000" cy="71120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58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1587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E5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500" y="2222500"/>
            <a:ext cx="647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B0C4D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Water ingress in underground and open-pit mines represents one of the </a:t>
            </a: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critical safety hazards</a:t>
            </a:r>
            <a:r>
              <a:rPr lang="en-US" sz="1800" dirty="0">
                <a:solidFill>
                  <a:srgbClr val="B0C4D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mining industry worldwide.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B0C4D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Groundwater infiltration, surface runoff, and rainwater percolation create </a:t>
            </a: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dangerous flooding conditions</a:t>
            </a:r>
            <a:r>
              <a:rPr lang="en-US" sz="1800" dirty="0">
                <a:solidFill>
                  <a:srgbClr val="B0C4D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endanger miners' lives.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79500" y="5270500"/>
            <a:ext cx="6477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104900" y="5524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625600" y="55245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with Current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6096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diesel fuel costs for remote mine sites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Carbon emissions violating environmental regulations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Frequent maintenance and skilled operator requirements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of human error in manual pump operation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Delayed response can cause catastrophic consequences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333500"/>
            <a:ext cx="7239000" cy="3429000"/>
          </a:xfrm>
          <a:prstGeom prst="roundRect">
            <a:avLst>
              <a:gd name="adj" fmla="val 5000"/>
            </a:avLst>
          </a:prstGeom>
          <a:solidFill>
            <a:srgbClr val="0F2A4A">
              <a:alpha val="37647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0" descr="https://kimi-img.moonshot.cn/pub/slides/okc/vuzoot5mtni2e/mnt/agents/output/solar_dewatering/images/10_Dark_flooded_abandoned_mine_tunnel.png"/>
          <p:cNvPicPr>
            <a:picLocks noChangeAspect="1"/>
          </p:cNvPicPr>
          <p:nvPr/>
        </p:nvPicPr>
        <p:blipFill>
          <a:blip r:embed="rId3"/>
          <a:srcRect t="19095" b="19095"/>
          <a:stretch/>
        </p:blipFill>
        <p:spPr>
          <a:xfrm>
            <a:off x="8382000" y="1460500"/>
            <a:ext cx="6985000" cy="3175000"/>
          </a:xfrm>
          <a:prstGeom prst="roundRect">
            <a:avLst>
              <a:gd name="adj" fmla="val 500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8255000" y="5080000"/>
            <a:ext cx="7239000" cy="34925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00E5FF">
                <a:alpha val="25098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23300" y="533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9118600" y="533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72500" y="5905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solar-powered automatic dewatering system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Arduino UNO microcontroller with: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water level monitoring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Dual-threshold smart pump control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100% renewable solar energy powered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human intervention required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Text 16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714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48131" y="135444"/>
                </a:moveTo>
                <a:cubicBezTo>
                  <a:pt x="470724" y="152469"/>
                  <a:pt x="498336" y="168950"/>
                  <a:pt x="529114" y="173097"/>
                </a:cubicBezTo>
                <a:cubicBezTo>
                  <a:pt x="543411" y="175062"/>
                  <a:pt x="556617" y="164911"/>
                  <a:pt x="558582" y="150614"/>
                </a:cubicBezTo>
                <a:cubicBezTo>
                  <a:pt x="560546" y="136317"/>
                  <a:pt x="550396" y="123111"/>
                  <a:pt x="536099" y="121146"/>
                </a:cubicBezTo>
                <a:cubicBezTo>
                  <a:pt x="518745" y="118854"/>
                  <a:pt x="499864" y="108813"/>
                  <a:pt x="479673" y="93643"/>
                </a:cubicBezTo>
                <a:cubicBezTo>
                  <a:pt x="437763" y="61992"/>
                  <a:pt x="380901" y="61992"/>
                  <a:pt x="338882" y="93643"/>
                </a:cubicBezTo>
                <a:cubicBezTo>
                  <a:pt x="312688" y="113397"/>
                  <a:pt x="294461" y="122347"/>
                  <a:pt x="279400" y="122347"/>
                </a:cubicBezTo>
                <a:cubicBezTo>
                  <a:pt x="264339" y="122347"/>
                  <a:pt x="246112" y="113397"/>
                  <a:pt x="219918" y="93643"/>
                </a:cubicBezTo>
                <a:cubicBezTo>
                  <a:pt x="178008" y="61992"/>
                  <a:pt x="121146" y="61992"/>
                  <a:pt x="79127" y="93643"/>
                </a:cubicBezTo>
                <a:cubicBezTo>
                  <a:pt x="58936" y="108813"/>
                  <a:pt x="40055" y="118854"/>
                  <a:pt x="22701" y="121146"/>
                </a:cubicBezTo>
                <a:cubicBezTo>
                  <a:pt x="8404" y="123111"/>
                  <a:pt x="-1746" y="136208"/>
                  <a:pt x="218" y="150614"/>
                </a:cubicBezTo>
                <a:cubicBezTo>
                  <a:pt x="2183" y="165021"/>
                  <a:pt x="15280" y="175062"/>
                  <a:pt x="29686" y="173097"/>
                </a:cubicBezTo>
                <a:cubicBezTo>
                  <a:pt x="60464" y="168950"/>
                  <a:pt x="88186" y="152469"/>
                  <a:pt x="110669" y="135444"/>
                </a:cubicBezTo>
                <a:cubicBezTo>
                  <a:pt x="133916" y="117872"/>
                  <a:pt x="165130" y="117872"/>
                  <a:pt x="188377" y="135444"/>
                </a:cubicBezTo>
                <a:cubicBezTo>
                  <a:pt x="214789" y="155416"/>
                  <a:pt x="245457" y="174625"/>
                  <a:pt x="279400" y="174625"/>
                </a:cubicBezTo>
                <a:cubicBezTo>
                  <a:pt x="313343" y="174625"/>
                  <a:pt x="343902" y="155307"/>
                  <a:pt x="370423" y="135444"/>
                </a:cubicBezTo>
                <a:cubicBezTo>
                  <a:pt x="393670" y="117872"/>
                  <a:pt x="424884" y="117872"/>
                  <a:pt x="448131" y="135444"/>
                </a:cubicBezTo>
                <a:close/>
                <a:moveTo>
                  <a:pt x="448131" y="292606"/>
                </a:moveTo>
                <a:cubicBezTo>
                  <a:pt x="470724" y="309632"/>
                  <a:pt x="498336" y="326112"/>
                  <a:pt x="529114" y="330260"/>
                </a:cubicBezTo>
                <a:cubicBezTo>
                  <a:pt x="543411" y="332224"/>
                  <a:pt x="556617" y="322074"/>
                  <a:pt x="558582" y="307777"/>
                </a:cubicBezTo>
                <a:cubicBezTo>
                  <a:pt x="560546" y="293479"/>
                  <a:pt x="550396" y="280273"/>
                  <a:pt x="536099" y="278309"/>
                </a:cubicBezTo>
                <a:cubicBezTo>
                  <a:pt x="518745" y="276017"/>
                  <a:pt x="499864" y="265976"/>
                  <a:pt x="479673" y="250805"/>
                </a:cubicBezTo>
                <a:cubicBezTo>
                  <a:pt x="437763" y="219154"/>
                  <a:pt x="380901" y="219154"/>
                  <a:pt x="338882" y="250805"/>
                </a:cubicBezTo>
                <a:cubicBezTo>
                  <a:pt x="312688" y="270560"/>
                  <a:pt x="294461" y="279509"/>
                  <a:pt x="279400" y="279509"/>
                </a:cubicBezTo>
                <a:cubicBezTo>
                  <a:pt x="264339" y="279509"/>
                  <a:pt x="246112" y="270560"/>
                  <a:pt x="219918" y="250805"/>
                </a:cubicBezTo>
                <a:cubicBezTo>
                  <a:pt x="178008" y="219154"/>
                  <a:pt x="121146" y="219154"/>
                  <a:pt x="79127" y="250805"/>
                </a:cubicBezTo>
                <a:cubicBezTo>
                  <a:pt x="58936" y="265976"/>
                  <a:pt x="40055" y="276017"/>
                  <a:pt x="22701" y="278309"/>
                </a:cubicBezTo>
                <a:cubicBezTo>
                  <a:pt x="8404" y="280164"/>
                  <a:pt x="-1746" y="293370"/>
                  <a:pt x="218" y="307777"/>
                </a:cubicBezTo>
                <a:cubicBezTo>
                  <a:pt x="2183" y="322183"/>
                  <a:pt x="15280" y="332224"/>
                  <a:pt x="29686" y="330260"/>
                </a:cubicBezTo>
                <a:cubicBezTo>
                  <a:pt x="60464" y="326112"/>
                  <a:pt x="88186" y="309632"/>
                  <a:pt x="110669" y="292606"/>
                </a:cubicBezTo>
                <a:cubicBezTo>
                  <a:pt x="133916" y="275034"/>
                  <a:pt x="165130" y="275034"/>
                  <a:pt x="188377" y="292606"/>
                </a:cubicBezTo>
                <a:cubicBezTo>
                  <a:pt x="214789" y="312579"/>
                  <a:pt x="245457" y="331788"/>
                  <a:pt x="279400" y="331788"/>
                </a:cubicBezTo>
                <a:cubicBezTo>
                  <a:pt x="313343" y="331788"/>
                  <a:pt x="343902" y="312470"/>
                  <a:pt x="370423" y="292606"/>
                </a:cubicBezTo>
                <a:cubicBezTo>
                  <a:pt x="393670" y="275034"/>
                  <a:pt x="424884" y="275034"/>
                  <a:pt x="448131" y="292606"/>
                </a:cubicBezTo>
                <a:close/>
                <a:moveTo>
                  <a:pt x="370423" y="449769"/>
                </a:moveTo>
                <a:cubicBezTo>
                  <a:pt x="393670" y="432197"/>
                  <a:pt x="424884" y="432197"/>
                  <a:pt x="448131" y="449769"/>
                </a:cubicBezTo>
                <a:cubicBezTo>
                  <a:pt x="470724" y="466794"/>
                  <a:pt x="498336" y="483275"/>
                  <a:pt x="529114" y="487422"/>
                </a:cubicBezTo>
                <a:cubicBezTo>
                  <a:pt x="543411" y="489387"/>
                  <a:pt x="556617" y="479236"/>
                  <a:pt x="558582" y="464939"/>
                </a:cubicBezTo>
                <a:cubicBezTo>
                  <a:pt x="560546" y="450642"/>
                  <a:pt x="550396" y="437436"/>
                  <a:pt x="536099" y="435471"/>
                </a:cubicBezTo>
                <a:cubicBezTo>
                  <a:pt x="518745" y="433179"/>
                  <a:pt x="499864" y="423138"/>
                  <a:pt x="479673" y="407968"/>
                </a:cubicBezTo>
                <a:cubicBezTo>
                  <a:pt x="437763" y="376317"/>
                  <a:pt x="380901" y="376317"/>
                  <a:pt x="338882" y="407968"/>
                </a:cubicBezTo>
                <a:cubicBezTo>
                  <a:pt x="312688" y="427722"/>
                  <a:pt x="294461" y="436672"/>
                  <a:pt x="279400" y="436672"/>
                </a:cubicBezTo>
                <a:cubicBezTo>
                  <a:pt x="264339" y="436672"/>
                  <a:pt x="246112" y="427722"/>
                  <a:pt x="219918" y="407968"/>
                </a:cubicBezTo>
                <a:cubicBezTo>
                  <a:pt x="178008" y="376317"/>
                  <a:pt x="121146" y="376317"/>
                  <a:pt x="79127" y="407968"/>
                </a:cubicBezTo>
                <a:cubicBezTo>
                  <a:pt x="58936" y="423138"/>
                  <a:pt x="40055" y="433179"/>
                  <a:pt x="22701" y="435471"/>
                </a:cubicBezTo>
                <a:cubicBezTo>
                  <a:pt x="8404" y="437436"/>
                  <a:pt x="-1746" y="450533"/>
                  <a:pt x="218" y="464939"/>
                </a:cubicBezTo>
                <a:cubicBezTo>
                  <a:pt x="2183" y="479346"/>
                  <a:pt x="15280" y="489387"/>
                  <a:pt x="29686" y="487422"/>
                </a:cubicBezTo>
                <a:cubicBezTo>
                  <a:pt x="60464" y="483275"/>
                  <a:pt x="88186" y="466794"/>
                  <a:pt x="110669" y="449769"/>
                </a:cubicBezTo>
                <a:cubicBezTo>
                  <a:pt x="133916" y="432197"/>
                  <a:pt x="165130" y="432197"/>
                  <a:pt x="188377" y="449769"/>
                </a:cubicBezTo>
                <a:cubicBezTo>
                  <a:pt x="214789" y="469741"/>
                  <a:pt x="245457" y="488950"/>
                  <a:pt x="279400" y="488950"/>
                </a:cubicBezTo>
                <a:cubicBezTo>
                  <a:pt x="313343" y="488950"/>
                  <a:pt x="343902" y="469632"/>
                  <a:pt x="370423" y="449769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Level Monitoring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921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real-time detection of water accumulation using analog water level sensor connected to Arduino pin A0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39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1075" y="17145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132933" y="34925"/>
                </a:moveTo>
                <a:cubicBezTo>
                  <a:pt x="100191" y="34925"/>
                  <a:pt x="71815" y="57626"/>
                  <a:pt x="64720" y="89604"/>
                </a:cubicBezTo>
                <a:lnTo>
                  <a:pt x="10478" y="334079"/>
                </a:lnTo>
                <a:cubicBezTo>
                  <a:pt x="764" y="377736"/>
                  <a:pt x="33943" y="419100"/>
                  <a:pt x="78581" y="419100"/>
                </a:cubicBezTo>
                <a:lnTo>
                  <a:pt x="279509" y="419100"/>
                </a:lnTo>
                <a:lnTo>
                  <a:pt x="279509" y="488950"/>
                </a:lnTo>
                <a:lnTo>
                  <a:pt x="209659" y="488950"/>
                </a:lnTo>
                <a:cubicBezTo>
                  <a:pt x="190341" y="488950"/>
                  <a:pt x="174734" y="504557"/>
                  <a:pt x="174734" y="523875"/>
                </a:cubicBezTo>
                <a:cubicBezTo>
                  <a:pt x="174734" y="543193"/>
                  <a:pt x="190341" y="558800"/>
                  <a:pt x="209659" y="558800"/>
                </a:cubicBezTo>
                <a:lnTo>
                  <a:pt x="419209" y="558800"/>
                </a:lnTo>
                <a:cubicBezTo>
                  <a:pt x="438527" y="558800"/>
                  <a:pt x="454134" y="543193"/>
                  <a:pt x="454134" y="523875"/>
                </a:cubicBezTo>
                <a:cubicBezTo>
                  <a:pt x="454134" y="504557"/>
                  <a:pt x="438527" y="488950"/>
                  <a:pt x="419209" y="488950"/>
                </a:cubicBezTo>
                <a:lnTo>
                  <a:pt x="349359" y="488950"/>
                </a:lnTo>
                <a:lnTo>
                  <a:pt x="349359" y="419100"/>
                </a:lnTo>
                <a:lnTo>
                  <a:pt x="550287" y="419100"/>
                </a:lnTo>
                <a:cubicBezTo>
                  <a:pt x="594926" y="419100"/>
                  <a:pt x="628213" y="377736"/>
                  <a:pt x="618500" y="334079"/>
                </a:cubicBezTo>
                <a:lnTo>
                  <a:pt x="564148" y="89604"/>
                </a:lnTo>
                <a:cubicBezTo>
                  <a:pt x="557054" y="57626"/>
                  <a:pt x="528786" y="34925"/>
                  <a:pt x="496044" y="34925"/>
                </a:cubicBezTo>
                <a:lnTo>
                  <a:pt x="132933" y="34925"/>
                </a:lnTo>
                <a:close/>
                <a:moveTo>
                  <a:pt x="268049" y="104775"/>
                </a:moveTo>
                <a:lnTo>
                  <a:pt x="361037" y="104775"/>
                </a:lnTo>
                <a:lnTo>
                  <a:pt x="369004" y="200819"/>
                </a:lnTo>
                <a:lnTo>
                  <a:pt x="260082" y="200819"/>
                </a:lnTo>
                <a:lnTo>
                  <a:pt x="268049" y="104775"/>
                </a:lnTo>
                <a:close/>
                <a:moveTo>
                  <a:pt x="207476" y="200819"/>
                </a:moveTo>
                <a:lnTo>
                  <a:pt x="111651" y="200819"/>
                </a:lnTo>
                <a:lnTo>
                  <a:pt x="133042" y="104775"/>
                </a:lnTo>
                <a:lnTo>
                  <a:pt x="215553" y="104775"/>
                </a:lnTo>
                <a:lnTo>
                  <a:pt x="207585" y="200819"/>
                </a:lnTo>
                <a:close/>
                <a:moveTo>
                  <a:pt x="99973" y="253206"/>
                </a:moveTo>
                <a:lnTo>
                  <a:pt x="203111" y="253206"/>
                </a:lnTo>
                <a:lnTo>
                  <a:pt x="195143" y="349250"/>
                </a:lnTo>
                <a:lnTo>
                  <a:pt x="78690" y="349250"/>
                </a:lnTo>
                <a:lnTo>
                  <a:pt x="100082" y="253206"/>
                </a:lnTo>
                <a:close/>
                <a:moveTo>
                  <a:pt x="255607" y="253206"/>
                </a:moveTo>
                <a:lnTo>
                  <a:pt x="373261" y="253206"/>
                </a:lnTo>
                <a:lnTo>
                  <a:pt x="381228" y="349250"/>
                </a:lnTo>
                <a:lnTo>
                  <a:pt x="247531" y="349250"/>
                </a:lnTo>
                <a:lnTo>
                  <a:pt x="255498" y="253206"/>
                </a:lnTo>
                <a:close/>
                <a:moveTo>
                  <a:pt x="425867" y="253206"/>
                </a:moveTo>
                <a:lnTo>
                  <a:pt x="529005" y="253206"/>
                </a:lnTo>
                <a:lnTo>
                  <a:pt x="550396" y="349250"/>
                </a:lnTo>
                <a:lnTo>
                  <a:pt x="433943" y="349250"/>
                </a:lnTo>
                <a:lnTo>
                  <a:pt x="425976" y="253206"/>
                </a:lnTo>
                <a:close/>
                <a:moveTo>
                  <a:pt x="517327" y="200819"/>
                </a:moveTo>
                <a:lnTo>
                  <a:pt x="421501" y="200819"/>
                </a:lnTo>
                <a:lnTo>
                  <a:pt x="413534" y="104775"/>
                </a:lnTo>
                <a:lnTo>
                  <a:pt x="496044" y="104775"/>
                </a:lnTo>
                <a:lnTo>
                  <a:pt x="517436" y="200819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Solar-Powered Operation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921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energy independence using 12V solar panel with PWM charge controller and sealed lead-acid battery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9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42650" y="17145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453916" y="229741"/>
                </a:moveTo>
                <a:cubicBezTo>
                  <a:pt x="467231" y="226139"/>
                  <a:pt x="481201" y="232470"/>
                  <a:pt x="487204" y="244802"/>
                </a:cubicBezTo>
                <a:lnTo>
                  <a:pt x="507504" y="285839"/>
                </a:lnTo>
                <a:cubicBezTo>
                  <a:pt x="518745" y="287367"/>
                  <a:pt x="529769" y="290423"/>
                  <a:pt x="540137" y="294680"/>
                </a:cubicBezTo>
                <a:lnTo>
                  <a:pt x="578336" y="269250"/>
                </a:lnTo>
                <a:cubicBezTo>
                  <a:pt x="589796" y="261610"/>
                  <a:pt x="604966" y="263138"/>
                  <a:pt x="614680" y="272852"/>
                </a:cubicBezTo>
                <a:lnTo>
                  <a:pt x="635635" y="293807"/>
                </a:lnTo>
                <a:cubicBezTo>
                  <a:pt x="645349" y="303520"/>
                  <a:pt x="646876" y="318800"/>
                  <a:pt x="639237" y="330150"/>
                </a:cubicBezTo>
                <a:lnTo>
                  <a:pt x="613807" y="368240"/>
                </a:lnTo>
                <a:cubicBezTo>
                  <a:pt x="615881" y="373370"/>
                  <a:pt x="617736" y="378718"/>
                  <a:pt x="619264" y="384284"/>
                </a:cubicBezTo>
                <a:cubicBezTo>
                  <a:pt x="620792" y="389850"/>
                  <a:pt x="621774" y="395307"/>
                  <a:pt x="622538" y="400874"/>
                </a:cubicBezTo>
                <a:lnTo>
                  <a:pt x="663684" y="421174"/>
                </a:lnTo>
                <a:cubicBezTo>
                  <a:pt x="676017" y="427286"/>
                  <a:pt x="682347" y="441256"/>
                  <a:pt x="678746" y="454462"/>
                </a:cubicBezTo>
                <a:lnTo>
                  <a:pt x="671106" y="483056"/>
                </a:lnTo>
                <a:cubicBezTo>
                  <a:pt x="667504" y="496262"/>
                  <a:pt x="655171" y="505212"/>
                  <a:pt x="641419" y="504339"/>
                </a:cubicBezTo>
                <a:lnTo>
                  <a:pt x="595580" y="501392"/>
                </a:lnTo>
                <a:cubicBezTo>
                  <a:pt x="588705" y="510232"/>
                  <a:pt x="580737" y="518418"/>
                  <a:pt x="571679" y="525403"/>
                </a:cubicBezTo>
                <a:lnTo>
                  <a:pt x="574625" y="571133"/>
                </a:lnTo>
                <a:cubicBezTo>
                  <a:pt x="575499" y="584885"/>
                  <a:pt x="566549" y="597327"/>
                  <a:pt x="553343" y="600819"/>
                </a:cubicBezTo>
                <a:lnTo>
                  <a:pt x="524748" y="608459"/>
                </a:lnTo>
                <a:cubicBezTo>
                  <a:pt x="511433" y="612061"/>
                  <a:pt x="497572" y="605730"/>
                  <a:pt x="491460" y="593398"/>
                </a:cubicBezTo>
                <a:lnTo>
                  <a:pt x="471160" y="552361"/>
                </a:lnTo>
                <a:cubicBezTo>
                  <a:pt x="459919" y="550833"/>
                  <a:pt x="448895" y="547777"/>
                  <a:pt x="438527" y="543520"/>
                </a:cubicBezTo>
                <a:lnTo>
                  <a:pt x="400328" y="568950"/>
                </a:lnTo>
                <a:cubicBezTo>
                  <a:pt x="388868" y="576590"/>
                  <a:pt x="373698" y="575062"/>
                  <a:pt x="363984" y="565348"/>
                </a:cubicBezTo>
                <a:lnTo>
                  <a:pt x="343029" y="544393"/>
                </a:lnTo>
                <a:cubicBezTo>
                  <a:pt x="333315" y="534680"/>
                  <a:pt x="331788" y="519509"/>
                  <a:pt x="339427" y="508050"/>
                </a:cubicBezTo>
                <a:lnTo>
                  <a:pt x="364857" y="469850"/>
                </a:lnTo>
                <a:cubicBezTo>
                  <a:pt x="362783" y="464721"/>
                  <a:pt x="360928" y="459373"/>
                  <a:pt x="359400" y="453807"/>
                </a:cubicBezTo>
                <a:cubicBezTo>
                  <a:pt x="357872" y="448241"/>
                  <a:pt x="356890" y="442674"/>
                  <a:pt x="356126" y="437217"/>
                </a:cubicBezTo>
                <a:lnTo>
                  <a:pt x="314980" y="416917"/>
                </a:lnTo>
                <a:cubicBezTo>
                  <a:pt x="302647" y="410805"/>
                  <a:pt x="296426" y="396835"/>
                  <a:pt x="299918" y="383629"/>
                </a:cubicBezTo>
                <a:lnTo>
                  <a:pt x="307558" y="355034"/>
                </a:lnTo>
                <a:cubicBezTo>
                  <a:pt x="311160" y="341828"/>
                  <a:pt x="323493" y="332879"/>
                  <a:pt x="337245" y="333752"/>
                </a:cubicBezTo>
                <a:lnTo>
                  <a:pt x="382974" y="336699"/>
                </a:lnTo>
                <a:cubicBezTo>
                  <a:pt x="389850" y="327858"/>
                  <a:pt x="397818" y="319673"/>
                  <a:pt x="406876" y="312688"/>
                </a:cubicBezTo>
                <a:lnTo>
                  <a:pt x="403929" y="267067"/>
                </a:lnTo>
                <a:cubicBezTo>
                  <a:pt x="403056" y="253315"/>
                  <a:pt x="412006" y="240873"/>
                  <a:pt x="425212" y="237381"/>
                </a:cubicBezTo>
                <a:lnTo>
                  <a:pt x="453807" y="229741"/>
                </a:lnTo>
                <a:close/>
                <a:moveTo>
                  <a:pt x="489387" y="371078"/>
                </a:moveTo>
                <a:cubicBezTo>
                  <a:pt x="462883" y="371108"/>
                  <a:pt x="441389" y="392651"/>
                  <a:pt x="441419" y="419155"/>
                </a:cubicBezTo>
                <a:cubicBezTo>
                  <a:pt x="441449" y="445659"/>
                  <a:pt x="462992" y="467152"/>
                  <a:pt x="489496" y="467122"/>
                </a:cubicBezTo>
                <a:cubicBezTo>
                  <a:pt x="516000" y="467092"/>
                  <a:pt x="537493" y="445549"/>
                  <a:pt x="537463" y="419045"/>
                </a:cubicBezTo>
                <a:cubicBezTo>
                  <a:pt x="537433" y="392541"/>
                  <a:pt x="515891" y="371048"/>
                  <a:pt x="489387" y="371078"/>
                </a:cubicBezTo>
                <a:close/>
                <a:moveTo>
                  <a:pt x="245457" y="-49659"/>
                </a:moveTo>
                <a:lnTo>
                  <a:pt x="274052" y="-42019"/>
                </a:lnTo>
                <a:cubicBezTo>
                  <a:pt x="287258" y="-38417"/>
                  <a:pt x="296208" y="-25975"/>
                  <a:pt x="295335" y="-12333"/>
                </a:cubicBezTo>
                <a:lnTo>
                  <a:pt x="292388" y="33288"/>
                </a:lnTo>
                <a:cubicBezTo>
                  <a:pt x="301446" y="40273"/>
                  <a:pt x="309414" y="48349"/>
                  <a:pt x="316290" y="57299"/>
                </a:cubicBezTo>
                <a:lnTo>
                  <a:pt x="362129" y="54352"/>
                </a:lnTo>
                <a:cubicBezTo>
                  <a:pt x="375771" y="53479"/>
                  <a:pt x="388213" y="62428"/>
                  <a:pt x="391815" y="75634"/>
                </a:cubicBezTo>
                <a:lnTo>
                  <a:pt x="399455" y="104229"/>
                </a:lnTo>
                <a:cubicBezTo>
                  <a:pt x="402947" y="117435"/>
                  <a:pt x="396726" y="131405"/>
                  <a:pt x="384393" y="137517"/>
                </a:cubicBezTo>
                <a:lnTo>
                  <a:pt x="343247" y="157817"/>
                </a:lnTo>
                <a:cubicBezTo>
                  <a:pt x="342483" y="163384"/>
                  <a:pt x="341392" y="168950"/>
                  <a:pt x="339973" y="174407"/>
                </a:cubicBezTo>
                <a:cubicBezTo>
                  <a:pt x="338554" y="179864"/>
                  <a:pt x="336590" y="185321"/>
                  <a:pt x="334516" y="190450"/>
                </a:cubicBezTo>
                <a:lnTo>
                  <a:pt x="359946" y="228650"/>
                </a:lnTo>
                <a:cubicBezTo>
                  <a:pt x="367586" y="240109"/>
                  <a:pt x="366058" y="255280"/>
                  <a:pt x="356344" y="264993"/>
                </a:cubicBezTo>
                <a:lnTo>
                  <a:pt x="335389" y="285948"/>
                </a:lnTo>
                <a:cubicBezTo>
                  <a:pt x="325676" y="295662"/>
                  <a:pt x="310505" y="297190"/>
                  <a:pt x="299045" y="289550"/>
                </a:cubicBezTo>
                <a:lnTo>
                  <a:pt x="260846" y="264120"/>
                </a:lnTo>
                <a:cubicBezTo>
                  <a:pt x="250478" y="268377"/>
                  <a:pt x="239455" y="271433"/>
                  <a:pt x="228213" y="272961"/>
                </a:cubicBezTo>
                <a:lnTo>
                  <a:pt x="207913" y="313998"/>
                </a:lnTo>
                <a:cubicBezTo>
                  <a:pt x="201801" y="326330"/>
                  <a:pt x="187831" y="332551"/>
                  <a:pt x="174625" y="329059"/>
                </a:cubicBezTo>
                <a:lnTo>
                  <a:pt x="146030" y="321419"/>
                </a:lnTo>
                <a:cubicBezTo>
                  <a:pt x="132715" y="317818"/>
                  <a:pt x="123875" y="305375"/>
                  <a:pt x="124748" y="291733"/>
                </a:cubicBezTo>
                <a:lnTo>
                  <a:pt x="127695" y="246003"/>
                </a:lnTo>
                <a:cubicBezTo>
                  <a:pt x="118636" y="239018"/>
                  <a:pt x="110669" y="230942"/>
                  <a:pt x="103793" y="221992"/>
                </a:cubicBezTo>
                <a:lnTo>
                  <a:pt x="57954" y="224939"/>
                </a:lnTo>
                <a:cubicBezTo>
                  <a:pt x="44311" y="225812"/>
                  <a:pt x="31869" y="216862"/>
                  <a:pt x="28267" y="203656"/>
                </a:cubicBezTo>
                <a:lnTo>
                  <a:pt x="20628" y="175062"/>
                </a:lnTo>
                <a:cubicBezTo>
                  <a:pt x="17135" y="161856"/>
                  <a:pt x="23356" y="147886"/>
                  <a:pt x="35689" y="141774"/>
                </a:cubicBezTo>
                <a:lnTo>
                  <a:pt x="76835" y="121474"/>
                </a:lnTo>
                <a:cubicBezTo>
                  <a:pt x="77599" y="115907"/>
                  <a:pt x="78690" y="110450"/>
                  <a:pt x="80109" y="104884"/>
                </a:cubicBezTo>
                <a:cubicBezTo>
                  <a:pt x="81637" y="99318"/>
                  <a:pt x="83383" y="93970"/>
                  <a:pt x="85566" y="88840"/>
                </a:cubicBezTo>
                <a:lnTo>
                  <a:pt x="60136" y="50750"/>
                </a:lnTo>
                <a:cubicBezTo>
                  <a:pt x="52497" y="39291"/>
                  <a:pt x="54025" y="24120"/>
                  <a:pt x="63738" y="14407"/>
                </a:cubicBezTo>
                <a:lnTo>
                  <a:pt x="84693" y="-6548"/>
                </a:lnTo>
                <a:cubicBezTo>
                  <a:pt x="94407" y="-16262"/>
                  <a:pt x="109577" y="-17790"/>
                  <a:pt x="121037" y="-10150"/>
                </a:cubicBezTo>
                <a:lnTo>
                  <a:pt x="159236" y="15280"/>
                </a:lnTo>
                <a:cubicBezTo>
                  <a:pt x="169605" y="11023"/>
                  <a:pt x="180628" y="7967"/>
                  <a:pt x="191869" y="6439"/>
                </a:cubicBezTo>
                <a:lnTo>
                  <a:pt x="212169" y="-34598"/>
                </a:lnTo>
                <a:cubicBezTo>
                  <a:pt x="218281" y="-46930"/>
                  <a:pt x="232142" y="-53151"/>
                  <a:pt x="245457" y="-49659"/>
                </a:cubicBezTo>
                <a:close/>
                <a:moveTo>
                  <a:pt x="209987" y="91678"/>
                </a:moveTo>
                <a:cubicBezTo>
                  <a:pt x="183483" y="91678"/>
                  <a:pt x="161965" y="113196"/>
                  <a:pt x="161965" y="139700"/>
                </a:cubicBezTo>
                <a:cubicBezTo>
                  <a:pt x="161965" y="166204"/>
                  <a:pt x="183483" y="187722"/>
                  <a:pt x="209987" y="187722"/>
                </a:cubicBezTo>
                <a:cubicBezTo>
                  <a:pt x="236491" y="187722"/>
                  <a:pt x="258008" y="166204"/>
                  <a:pt x="258008" y="139700"/>
                </a:cubicBezTo>
                <a:cubicBezTo>
                  <a:pt x="258008" y="113196"/>
                  <a:pt x="236491" y="91678"/>
                  <a:pt x="209987" y="9167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Pump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12500" y="2921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relay-based pump activation using dual-threshold hysteresis logic with confirmation filter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9650" y="5334000"/>
            <a:ext cx="698500" cy="558800"/>
          </a:xfrm>
          <a:custGeom>
            <a:avLst/>
            <a:gdLst/>
            <a:ahLst/>
            <a:cxnLst/>
            <a:rect l="l" t="t" r="r" b="b"/>
            <a:pathLst>
              <a:path w="698500" h="558800">
                <a:moveTo>
                  <a:pt x="384175" y="0"/>
                </a:moveTo>
                <a:cubicBezTo>
                  <a:pt x="384175" y="-19318"/>
                  <a:pt x="368568" y="-34925"/>
                  <a:pt x="349250" y="-34925"/>
                </a:cubicBezTo>
                <a:cubicBezTo>
                  <a:pt x="329932" y="-34925"/>
                  <a:pt x="314325" y="-19318"/>
                  <a:pt x="314325" y="0"/>
                </a:cubicBezTo>
                <a:lnTo>
                  <a:pt x="314325" y="69850"/>
                </a:lnTo>
                <a:lnTo>
                  <a:pt x="209550" y="69850"/>
                </a:lnTo>
                <a:cubicBezTo>
                  <a:pt x="151705" y="69850"/>
                  <a:pt x="104775" y="116780"/>
                  <a:pt x="104775" y="174625"/>
                </a:cubicBezTo>
                <a:lnTo>
                  <a:pt x="104775" y="419100"/>
                </a:lnTo>
                <a:cubicBezTo>
                  <a:pt x="104775" y="476945"/>
                  <a:pt x="151705" y="523875"/>
                  <a:pt x="209550" y="523875"/>
                </a:cubicBezTo>
                <a:lnTo>
                  <a:pt x="488950" y="523875"/>
                </a:lnTo>
                <a:cubicBezTo>
                  <a:pt x="546795" y="523875"/>
                  <a:pt x="593725" y="476945"/>
                  <a:pt x="593725" y="419100"/>
                </a:cubicBezTo>
                <a:lnTo>
                  <a:pt x="593725" y="174625"/>
                </a:lnTo>
                <a:cubicBezTo>
                  <a:pt x="593725" y="116780"/>
                  <a:pt x="546795" y="69850"/>
                  <a:pt x="488950" y="69850"/>
                </a:cubicBezTo>
                <a:lnTo>
                  <a:pt x="384175" y="69850"/>
                </a:lnTo>
                <a:lnTo>
                  <a:pt x="384175" y="0"/>
                </a:lnTo>
                <a:close/>
                <a:moveTo>
                  <a:pt x="174625" y="401637"/>
                </a:moveTo>
                <a:cubicBezTo>
                  <a:pt x="174625" y="387122"/>
                  <a:pt x="186303" y="375444"/>
                  <a:pt x="200819" y="375444"/>
                </a:cubicBezTo>
                <a:lnTo>
                  <a:pt x="235744" y="375444"/>
                </a:lnTo>
                <a:cubicBezTo>
                  <a:pt x="250259" y="375444"/>
                  <a:pt x="261938" y="387122"/>
                  <a:pt x="261938" y="401637"/>
                </a:cubicBezTo>
                <a:cubicBezTo>
                  <a:pt x="261938" y="416153"/>
                  <a:pt x="250259" y="427831"/>
                  <a:pt x="235744" y="427831"/>
                </a:cubicBezTo>
                <a:lnTo>
                  <a:pt x="200819" y="427831"/>
                </a:lnTo>
                <a:cubicBezTo>
                  <a:pt x="186303" y="427831"/>
                  <a:pt x="174625" y="416153"/>
                  <a:pt x="174625" y="401637"/>
                </a:cubicBezTo>
                <a:close/>
                <a:moveTo>
                  <a:pt x="305594" y="401637"/>
                </a:moveTo>
                <a:cubicBezTo>
                  <a:pt x="305594" y="387122"/>
                  <a:pt x="317272" y="375444"/>
                  <a:pt x="331788" y="375444"/>
                </a:cubicBezTo>
                <a:lnTo>
                  <a:pt x="366713" y="375444"/>
                </a:lnTo>
                <a:cubicBezTo>
                  <a:pt x="381228" y="375444"/>
                  <a:pt x="392906" y="387122"/>
                  <a:pt x="392906" y="401637"/>
                </a:cubicBezTo>
                <a:cubicBezTo>
                  <a:pt x="392906" y="416153"/>
                  <a:pt x="381228" y="427831"/>
                  <a:pt x="366713" y="427831"/>
                </a:cubicBezTo>
                <a:lnTo>
                  <a:pt x="331788" y="427831"/>
                </a:lnTo>
                <a:cubicBezTo>
                  <a:pt x="317272" y="427831"/>
                  <a:pt x="305594" y="416153"/>
                  <a:pt x="305594" y="401637"/>
                </a:cubicBezTo>
                <a:close/>
                <a:moveTo>
                  <a:pt x="436563" y="401637"/>
                </a:moveTo>
                <a:cubicBezTo>
                  <a:pt x="436563" y="387122"/>
                  <a:pt x="448241" y="375444"/>
                  <a:pt x="462756" y="375444"/>
                </a:cubicBezTo>
                <a:lnTo>
                  <a:pt x="497681" y="375444"/>
                </a:lnTo>
                <a:cubicBezTo>
                  <a:pt x="512197" y="375444"/>
                  <a:pt x="523875" y="387122"/>
                  <a:pt x="523875" y="401637"/>
                </a:cubicBezTo>
                <a:cubicBezTo>
                  <a:pt x="523875" y="416153"/>
                  <a:pt x="512197" y="427831"/>
                  <a:pt x="497681" y="427831"/>
                </a:cubicBezTo>
                <a:lnTo>
                  <a:pt x="462756" y="427831"/>
                </a:lnTo>
                <a:cubicBezTo>
                  <a:pt x="448241" y="427831"/>
                  <a:pt x="436563" y="416153"/>
                  <a:pt x="436563" y="401637"/>
                </a:cubicBezTo>
                <a:close/>
                <a:moveTo>
                  <a:pt x="244475" y="192088"/>
                </a:moveTo>
                <a:cubicBezTo>
                  <a:pt x="273388" y="192088"/>
                  <a:pt x="296863" y="215562"/>
                  <a:pt x="296863" y="244475"/>
                </a:cubicBezTo>
                <a:cubicBezTo>
                  <a:pt x="296863" y="273388"/>
                  <a:pt x="273388" y="296863"/>
                  <a:pt x="244475" y="296863"/>
                </a:cubicBezTo>
                <a:cubicBezTo>
                  <a:pt x="215562" y="296863"/>
                  <a:pt x="192088" y="273388"/>
                  <a:pt x="192088" y="244475"/>
                </a:cubicBezTo>
                <a:cubicBezTo>
                  <a:pt x="192088" y="215562"/>
                  <a:pt x="215562" y="192088"/>
                  <a:pt x="244475" y="192088"/>
                </a:cubicBezTo>
                <a:close/>
                <a:moveTo>
                  <a:pt x="401637" y="244475"/>
                </a:moveTo>
                <a:cubicBezTo>
                  <a:pt x="401637" y="215562"/>
                  <a:pt x="425112" y="192088"/>
                  <a:pt x="454025" y="192088"/>
                </a:cubicBezTo>
                <a:cubicBezTo>
                  <a:pt x="482938" y="192088"/>
                  <a:pt x="506413" y="215562"/>
                  <a:pt x="506413" y="244475"/>
                </a:cubicBezTo>
                <a:cubicBezTo>
                  <a:pt x="506413" y="273388"/>
                  <a:pt x="482938" y="296863"/>
                  <a:pt x="454025" y="296863"/>
                </a:cubicBezTo>
                <a:cubicBezTo>
                  <a:pt x="425112" y="296863"/>
                  <a:pt x="401637" y="273388"/>
                  <a:pt x="401637" y="244475"/>
                </a:cubicBezTo>
                <a:close/>
                <a:moveTo>
                  <a:pt x="69850" y="244475"/>
                </a:moveTo>
                <a:cubicBezTo>
                  <a:pt x="69850" y="225157"/>
                  <a:pt x="54243" y="209550"/>
                  <a:pt x="34925" y="209550"/>
                </a:cubicBezTo>
                <a:cubicBezTo>
                  <a:pt x="15607" y="209550"/>
                  <a:pt x="0" y="225157"/>
                  <a:pt x="0" y="244475"/>
                </a:cubicBezTo>
                <a:lnTo>
                  <a:pt x="0" y="349250"/>
                </a:lnTo>
                <a:cubicBezTo>
                  <a:pt x="0" y="368568"/>
                  <a:pt x="15607" y="384175"/>
                  <a:pt x="34925" y="384175"/>
                </a:cubicBezTo>
                <a:cubicBezTo>
                  <a:pt x="54243" y="384175"/>
                  <a:pt x="69850" y="368568"/>
                  <a:pt x="69850" y="349250"/>
                </a:cubicBezTo>
                <a:lnTo>
                  <a:pt x="69850" y="244475"/>
                </a:lnTo>
                <a:close/>
                <a:moveTo>
                  <a:pt x="663575" y="209550"/>
                </a:moveTo>
                <a:cubicBezTo>
                  <a:pt x="644257" y="209550"/>
                  <a:pt x="628650" y="225157"/>
                  <a:pt x="628650" y="244475"/>
                </a:cubicBezTo>
                <a:lnTo>
                  <a:pt x="628650" y="349250"/>
                </a:lnTo>
                <a:cubicBezTo>
                  <a:pt x="628650" y="368568"/>
                  <a:pt x="644257" y="384175"/>
                  <a:pt x="663575" y="384175"/>
                </a:cubicBezTo>
                <a:cubicBezTo>
                  <a:pt x="682893" y="384175"/>
                  <a:pt x="698500" y="368568"/>
                  <a:pt x="698500" y="349250"/>
                </a:cubicBezTo>
                <a:lnTo>
                  <a:pt x="698500" y="244475"/>
                </a:lnTo>
                <a:cubicBezTo>
                  <a:pt x="698500" y="225157"/>
                  <a:pt x="682893" y="209550"/>
                  <a:pt x="663575" y="20955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609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Human Intervention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6540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autonomous operation with minimal supervision, eliminating manual pump switching and human error risks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501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0" y="5334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14380" y="7312"/>
                </a:moveTo>
                <a:cubicBezTo>
                  <a:pt x="521365" y="655"/>
                  <a:pt x="531515" y="-1746"/>
                  <a:pt x="540901" y="1310"/>
                </a:cubicBezTo>
                <a:cubicBezTo>
                  <a:pt x="551597" y="4911"/>
                  <a:pt x="558800" y="14952"/>
                  <a:pt x="558800" y="26194"/>
                </a:cubicBezTo>
                <a:lnTo>
                  <a:pt x="558800" y="230178"/>
                </a:lnTo>
                <a:cubicBezTo>
                  <a:pt x="558800" y="373370"/>
                  <a:pt x="440819" y="488950"/>
                  <a:pt x="298172" y="488950"/>
                </a:cubicBezTo>
                <a:cubicBezTo>
                  <a:pt x="214134" y="488950"/>
                  <a:pt x="141665" y="434925"/>
                  <a:pt x="115362" y="359400"/>
                </a:cubicBezTo>
                <a:cubicBezTo>
                  <a:pt x="76726" y="393015"/>
                  <a:pt x="52387" y="442456"/>
                  <a:pt x="52387" y="497681"/>
                </a:cubicBezTo>
                <a:cubicBezTo>
                  <a:pt x="52387" y="512197"/>
                  <a:pt x="40709" y="523875"/>
                  <a:pt x="26194" y="523875"/>
                </a:cubicBezTo>
                <a:cubicBezTo>
                  <a:pt x="11678" y="523875"/>
                  <a:pt x="0" y="512197"/>
                  <a:pt x="0" y="497681"/>
                </a:cubicBezTo>
                <a:cubicBezTo>
                  <a:pt x="0" y="415935"/>
                  <a:pt x="41692" y="343902"/>
                  <a:pt x="104884" y="301556"/>
                </a:cubicBezTo>
                <a:cubicBezTo>
                  <a:pt x="143411" y="275798"/>
                  <a:pt x="189359" y="261938"/>
                  <a:pt x="235744" y="261938"/>
                </a:cubicBezTo>
                <a:lnTo>
                  <a:pt x="323056" y="261938"/>
                </a:lnTo>
                <a:cubicBezTo>
                  <a:pt x="337572" y="261938"/>
                  <a:pt x="349250" y="250259"/>
                  <a:pt x="349250" y="235744"/>
                </a:cubicBezTo>
                <a:cubicBezTo>
                  <a:pt x="349250" y="221228"/>
                  <a:pt x="337572" y="209550"/>
                  <a:pt x="323056" y="209550"/>
                </a:cubicBezTo>
                <a:lnTo>
                  <a:pt x="235744" y="209550"/>
                </a:lnTo>
                <a:cubicBezTo>
                  <a:pt x="192415" y="209550"/>
                  <a:pt x="151378" y="219154"/>
                  <a:pt x="114598" y="236289"/>
                </a:cubicBezTo>
                <a:cubicBezTo>
                  <a:pt x="140027" y="159891"/>
                  <a:pt x="211951" y="104775"/>
                  <a:pt x="296863" y="104775"/>
                </a:cubicBezTo>
                <a:cubicBezTo>
                  <a:pt x="369332" y="104775"/>
                  <a:pt x="423247" y="80655"/>
                  <a:pt x="459155" y="56753"/>
                </a:cubicBezTo>
                <a:cubicBezTo>
                  <a:pt x="480110" y="42783"/>
                  <a:pt x="497900" y="26085"/>
                  <a:pt x="514489" y="7312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609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Energy-Efficient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0" y="6540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design with zero fuel cost, low carbon footprint, and minimal maintenance requirements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501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7575" y="5334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314325" y="104775"/>
                </a:moveTo>
                <a:cubicBezTo>
                  <a:pt x="215116" y="104775"/>
                  <a:pt x="125293" y="144066"/>
                  <a:pt x="59263" y="208022"/>
                </a:cubicBezTo>
                <a:cubicBezTo>
                  <a:pt x="45403" y="221446"/>
                  <a:pt x="23247" y="221119"/>
                  <a:pt x="9932" y="207258"/>
                </a:cubicBezTo>
                <a:cubicBezTo>
                  <a:pt x="-3383" y="193397"/>
                  <a:pt x="-3165" y="171242"/>
                  <a:pt x="10696" y="157926"/>
                </a:cubicBezTo>
                <a:cubicBezTo>
                  <a:pt x="89168" y="81746"/>
                  <a:pt x="196344" y="34925"/>
                  <a:pt x="314325" y="34925"/>
                </a:cubicBezTo>
                <a:cubicBezTo>
                  <a:pt x="432306" y="34925"/>
                  <a:pt x="539482" y="81746"/>
                  <a:pt x="618063" y="157926"/>
                </a:cubicBezTo>
                <a:cubicBezTo>
                  <a:pt x="631924" y="171351"/>
                  <a:pt x="632252" y="193506"/>
                  <a:pt x="618827" y="207258"/>
                </a:cubicBezTo>
                <a:cubicBezTo>
                  <a:pt x="605403" y="221010"/>
                  <a:pt x="583247" y="221446"/>
                  <a:pt x="569496" y="208022"/>
                </a:cubicBezTo>
                <a:cubicBezTo>
                  <a:pt x="503357" y="144066"/>
                  <a:pt x="413534" y="104775"/>
                  <a:pt x="314325" y="104775"/>
                </a:cubicBezTo>
                <a:close/>
                <a:moveTo>
                  <a:pt x="261938" y="471488"/>
                </a:moveTo>
                <a:cubicBezTo>
                  <a:pt x="261938" y="442574"/>
                  <a:pt x="285412" y="419100"/>
                  <a:pt x="314325" y="419100"/>
                </a:cubicBezTo>
                <a:cubicBezTo>
                  <a:pt x="343238" y="419100"/>
                  <a:pt x="366713" y="442574"/>
                  <a:pt x="366713" y="471488"/>
                </a:cubicBezTo>
                <a:cubicBezTo>
                  <a:pt x="366713" y="500401"/>
                  <a:pt x="343238" y="523875"/>
                  <a:pt x="314325" y="523875"/>
                </a:cubicBezTo>
                <a:cubicBezTo>
                  <a:pt x="285412" y="523875"/>
                  <a:pt x="261938" y="500401"/>
                  <a:pt x="261938" y="471488"/>
                </a:cubicBezTo>
                <a:close/>
                <a:moveTo>
                  <a:pt x="183356" y="356017"/>
                </a:moveTo>
                <a:cubicBezTo>
                  <a:pt x="170587" y="370532"/>
                  <a:pt x="148540" y="371842"/>
                  <a:pt x="134025" y="359073"/>
                </a:cubicBezTo>
                <a:cubicBezTo>
                  <a:pt x="119509" y="346303"/>
                  <a:pt x="118199" y="324257"/>
                  <a:pt x="130969" y="309741"/>
                </a:cubicBezTo>
                <a:cubicBezTo>
                  <a:pt x="175716" y="259100"/>
                  <a:pt x="241310" y="227013"/>
                  <a:pt x="314325" y="227013"/>
                </a:cubicBezTo>
                <a:cubicBezTo>
                  <a:pt x="387340" y="227013"/>
                  <a:pt x="452934" y="259100"/>
                  <a:pt x="497681" y="309741"/>
                </a:cubicBezTo>
                <a:cubicBezTo>
                  <a:pt x="510451" y="324257"/>
                  <a:pt x="509032" y="346303"/>
                  <a:pt x="494625" y="359073"/>
                </a:cubicBezTo>
                <a:cubicBezTo>
                  <a:pt x="480219" y="371842"/>
                  <a:pt x="458063" y="370423"/>
                  <a:pt x="445294" y="356017"/>
                </a:cubicBezTo>
                <a:cubicBezTo>
                  <a:pt x="413206" y="319673"/>
                  <a:pt x="366494" y="296863"/>
                  <a:pt x="314325" y="296863"/>
                </a:cubicBezTo>
                <a:cubicBezTo>
                  <a:pt x="262156" y="296863"/>
                  <a:pt x="215444" y="319673"/>
                  <a:pt x="183356" y="35601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112500" y="6096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IoT Display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12500" y="6540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I2C LCD display and serial monitor provide continuous visual feedback of water level and pump status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9BC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signal and power flow diagram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14732000" cy="25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286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☀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Panel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/ 20W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7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02000" y="2286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2000" y="2286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07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842000" y="2286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2000" y="2286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/ 7Ah SLA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47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382000" y="2286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0" y="2286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LM2596 12V→5V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922000" y="22225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2225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◈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UNO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ATmega328P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954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3589000" y="2286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89000" y="2286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 Active 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3683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064000"/>
            <a:ext cx="14732000" cy="25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318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4318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Level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 A0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67000" y="4699000"/>
            <a:ext cx="1778000" cy="0"/>
          </a:xfrm>
          <a:prstGeom prst="straightConnector1">
            <a:avLst/>
          </a:prstGeom>
          <a:noFill/>
          <a:ln w="25400">
            <a:solidFill>
              <a:srgbClr val="4A90D9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921000" y="4445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4A90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0-1023 ADC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42545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2545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◈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UNO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04000" y="4508500"/>
            <a:ext cx="1778000" cy="0"/>
          </a:xfrm>
          <a:prstGeom prst="straightConnector1">
            <a:avLst/>
          </a:prstGeom>
          <a:noFill/>
          <a:ln w="25400">
            <a:solidFill>
              <a:srgbClr val="4A90D9"/>
            </a:solidFill>
            <a:prstDash val="solid"/>
            <a:headEnd type="none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6858000" y="425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4A90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I2C Bus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9000" y="4318000"/>
            <a:ext cx="1778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9000" y="4318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16x2 I2C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04000" y="5016500"/>
            <a:ext cx="1778000" cy="381000"/>
          </a:xfrm>
          <a:prstGeom prst="straightConnector1">
            <a:avLst/>
          </a:prstGeom>
          <a:noFill/>
          <a:ln w="25400">
            <a:solidFill>
              <a:srgbClr val="4A90D9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509000" y="5397500"/>
            <a:ext cx="2032000" cy="6985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9000" y="5397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 Monitor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9600 baud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874500" y="3238500"/>
            <a:ext cx="0" cy="10160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0922000" y="4318000"/>
            <a:ext cx="1905000" cy="889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22000" y="43180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Submersible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DC Motor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647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0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4" name="Text 42"/>
          <p:cNvSpPr/>
          <p:nvPr/>
        </p:nvSpPr>
        <p:spPr>
          <a:xfrm>
            <a:off x="1498600" y="6667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Thresholds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6000" y="7112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HIGH_THRESHOLD = 700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Pump 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LOW_THRESHOLD = 300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Pump OFF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Hysteresis Band: 400 units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78500" y="647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25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8" name="Text 46"/>
          <p:cNvSpPr/>
          <p:nvPr/>
        </p:nvSpPr>
        <p:spPr>
          <a:xfrm>
            <a:off x="6515100" y="6667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Parameters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32500" y="7112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Sample: 10 readings × 50ms delay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Cycle Interval: </a:t>
            </a: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2000ms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Filter: </a:t>
            </a: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cycles (6s)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795000" y="647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490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52" name="Text 50"/>
          <p:cNvSpPr/>
          <p:nvPr/>
        </p:nvSpPr>
        <p:spPr>
          <a:xfrm>
            <a:off x="11531600" y="6667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Filter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49000" y="7112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consecutive consistent readings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before pump state change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false triggering from noise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Text 53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UNO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ATmega328P microcontroller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16MHz | 32KB Flash | 2KB SRAM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 processing unit, sensor reading, pump control logic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1333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6000" y="1524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90500" y="508000"/>
                </a:moveTo>
                <a:cubicBezTo>
                  <a:pt x="85328" y="508000"/>
                  <a:pt x="0" y="422672"/>
                  <a:pt x="0" y="317500"/>
                </a:cubicBezTo>
                <a:cubicBezTo>
                  <a:pt x="0" y="227013"/>
                  <a:pt x="129183" y="45541"/>
                  <a:pt x="165298" y="-3473"/>
                </a:cubicBezTo>
                <a:cubicBezTo>
                  <a:pt x="171152" y="-11410"/>
                  <a:pt x="180380" y="-15875"/>
                  <a:pt x="190302" y="-15875"/>
                </a:cubicBezTo>
                <a:lnTo>
                  <a:pt x="190698" y="-15875"/>
                </a:lnTo>
                <a:cubicBezTo>
                  <a:pt x="200620" y="-15875"/>
                  <a:pt x="209848" y="-11410"/>
                  <a:pt x="215702" y="-3473"/>
                </a:cubicBezTo>
                <a:cubicBezTo>
                  <a:pt x="251817" y="45541"/>
                  <a:pt x="381000" y="227013"/>
                  <a:pt x="381000" y="317500"/>
                </a:cubicBezTo>
                <a:cubicBezTo>
                  <a:pt x="381000" y="422672"/>
                  <a:pt x="295672" y="508000"/>
                  <a:pt x="190500" y="508000"/>
                </a:cubicBezTo>
                <a:close/>
                <a:moveTo>
                  <a:pt x="111125" y="309562"/>
                </a:moveTo>
                <a:cubicBezTo>
                  <a:pt x="111125" y="296366"/>
                  <a:pt x="100509" y="285750"/>
                  <a:pt x="87313" y="285750"/>
                </a:cubicBezTo>
                <a:cubicBezTo>
                  <a:pt x="74116" y="285750"/>
                  <a:pt x="63500" y="296366"/>
                  <a:pt x="63500" y="309562"/>
                </a:cubicBezTo>
                <a:cubicBezTo>
                  <a:pt x="63500" y="384076"/>
                  <a:pt x="123924" y="444500"/>
                  <a:pt x="198438" y="444500"/>
                </a:cubicBezTo>
                <a:cubicBezTo>
                  <a:pt x="211634" y="444500"/>
                  <a:pt x="222250" y="433884"/>
                  <a:pt x="222250" y="420688"/>
                </a:cubicBezTo>
                <a:cubicBezTo>
                  <a:pt x="222250" y="407491"/>
                  <a:pt x="211634" y="396875"/>
                  <a:pt x="198438" y="396875"/>
                </a:cubicBezTo>
                <a:cubicBezTo>
                  <a:pt x="150217" y="396875"/>
                  <a:pt x="111125" y="357783"/>
                  <a:pt x="111125" y="309562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762500" y="2159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Level Sensor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0" y="2540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 resistive sensor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 0-5V (0-1023 ADC)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water accumulation level in mine pit via pin A0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333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7250" y="152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90500" y="63500"/>
                </a:moveTo>
                <a:cubicBezTo>
                  <a:pt x="85328" y="63500"/>
                  <a:pt x="0" y="148828"/>
                  <a:pt x="0" y="254000"/>
                </a:cubicBezTo>
                <a:cubicBezTo>
                  <a:pt x="0" y="359172"/>
                  <a:pt x="85328" y="444500"/>
                  <a:pt x="190500" y="444500"/>
                </a:cubicBezTo>
                <a:lnTo>
                  <a:pt x="381000" y="444500"/>
                </a:lnTo>
                <a:cubicBezTo>
                  <a:pt x="486172" y="444500"/>
                  <a:pt x="571500" y="359172"/>
                  <a:pt x="571500" y="254000"/>
                </a:cubicBezTo>
                <a:cubicBezTo>
                  <a:pt x="571500" y="148828"/>
                  <a:pt x="486172" y="63500"/>
                  <a:pt x="381000" y="63500"/>
                </a:cubicBezTo>
                <a:lnTo>
                  <a:pt x="190500" y="63500"/>
                </a:lnTo>
                <a:close/>
                <a:moveTo>
                  <a:pt x="381000" y="158750"/>
                </a:moveTo>
                <a:cubicBezTo>
                  <a:pt x="433570" y="158750"/>
                  <a:pt x="476250" y="201430"/>
                  <a:pt x="476250" y="254000"/>
                </a:cubicBezTo>
                <a:cubicBezTo>
                  <a:pt x="476250" y="306570"/>
                  <a:pt x="433570" y="349250"/>
                  <a:pt x="381000" y="349250"/>
                </a:cubicBezTo>
                <a:cubicBezTo>
                  <a:pt x="328430" y="349250"/>
                  <a:pt x="285750" y="306570"/>
                  <a:pt x="285750" y="254000"/>
                </a:cubicBezTo>
                <a:cubicBezTo>
                  <a:pt x="285750" y="201430"/>
                  <a:pt x="328430" y="158750"/>
                  <a:pt x="381000" y="15875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159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Relay Module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2540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 single-channel relay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LOW logic | Optocoupler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Electrical isolation between Arduino and pump motor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01500" y="1333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55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95250"/>
                </a:moveTo>
                <a:lnTo>
                  <a:pt x="444500" y="349250"/>
                </a:lnTo>
                <a:lnTo>
                  <a:pt x="63500" y="349250"/>
                </a:lnTo>
                <a:lnTo>
                  <a:pt x="63500" y="95250"/>
                </a:lnTo>
                <a:lnTo>
                  <a:pt x="444500" y="95250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5500" y="2159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 Display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55500" y="2540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16×2 I2C LCD Module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PCF8574 backpack | Addr 0x27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on-site display of water level and pump status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016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4250" y="520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76808" y="-10021"/>
                </a:moveTo>
                <a:cubicBezTo>
                  <a:pt x="184150" y="-13097"/>
                  <a:pt x="192484" y="-12204"/>
                  <a:pt x="199132" y="-7838"/>
                </a:cubicBezTo>
                <a:lnTo>
                  <a:pt x="286246" y="49907"/>
                </a:lnTo>
                <a:lnTo>
                  <a:pt x="373360" y="-7838"/>
                </a:lnTo>
                <a:cubicBezTo>
                  <a:pt x="380008" y="-12204"/>
                  <a:pt x="388342" y="-12998"/>
                  <a:pt x="395684" y="-10021"/>
                </a:cubicBezTo>
                <a:cubicBezTo>
                  <a:pt x="403027" y="-7045"/>
                  <a:pt x="408186" y="-496"/>
                  <a:pt x="409773" y="7243"/>
                </a:cubicBezTo>
                <a:lnTo>
                  <a:pt x="430510" y="109637"/>
                </a:lnTo>
                <a:lnTo>
                  <a:pt x="532904" y="130373"/>
                </a:lnTo>
                <a:cubicBezTo>
                  <a:pt x="540643" y="131961"/>
                  <a:pt x="547191" y="137319"/>
                  <a:pt x="550168" y="144562"/>
                </a:cubicBezTo>
                <a:cubicBezTo>
                  <a:pt x="553145" y="151805"/>
                  <a:pt x="552351" y="160238"/>
                  <a:pt x="547985" y="166886"/>
                </a:cubicBezTo>
                <a:lnTo>
                  <a:pt x="490240" y="254000"/>
                </a:lnTo>
                <a:lnTo>
                  <a:pt x="547985" y="341114"/>
                </a:lnTo>
                <a:cubicBezTo>
                  <a:pt x="552351" y="347762"/>
                  <a:pt x="553145" y="356096"/>
                  <a:pt x="550168" y="363438"/>
                </a:cubicBezTo>
                <a:cubicBezTo>
                  <a:pt x="547191" y="370780"/>
                  <a:pt x="540643" y="376138"/>
                  <a:pt x="532904" y="377627"/>
                </a:cubicBezTo>
                <a:lnTo>
                  <a:pt x="430411" y="398264"/>
                </a:lnTo>
                <a:lnTo>
                  <a:pt x="409773" y="500757"/>
                </a:lnTo>
                <a:cubicBezTo>
                  <a:pt x="408186" y="508496"/>
                  <a:pt x="402828" y="515045"/>
                  <a:pt x="395585" y="518021"/>
                </a:cubicBezTo>
                <a:cubicBezTo>
                  <a:pt x="388342" y="520998"/>
                  <a:pt x="379909" y="520204"/>
                  <a:pt x="373261" y="515838"/>
                </a:cubicBezTo>
                <a:lnTo>
                  <a:pt x="286147" y="458093"/>
                </a:lnTo>
                <a:lnTo>
                  <a:pt x="199033" y="515838"/>
                </a:lnTo>
                <a:cubicBezTo>
                  <a:pt x="192385" y="520204"/>
                  <a:pt x="184051" y="520998"/>
                  <a:pt x="176709" y="518021"/>
                </a:cubicBezTo>
                <a:cubicBezTo>
                  <a:pt x="169366" y="515045"/>
                  <a:pt x="164009" y="508496"/>
                  <a:pt x="162520" y="500757"/>
                </a:cubicBezTo>
                <a:lnTo>
                  <a:pt x="141883" y="398264"/>
                </a:lnTo>
                <a:lnTo>
                  <a:pt x="39390" y="377527"/>
                </a:lnTo>
                <a:cubicBezTo>
                  <a:pt x="31651" y="375940"/>
                  <a:pt x="25102" y="370582"/>
                  <a:pt x="22126" y="363339"/>
                </a:cubicBezTo>
                <a:cubicBezTo>
                  <a:pt x="19149" y="356096"/>
                  <a:pt x="19943" y="347663"/>
                  <a:pt x="24309" y="341015"/>
                </a:cubicBezTo>
                <a:lnTo>
                  <a:pt x="82054" y="254000"/>
                </a:lnTo>
                <a:lnTo>
                  <a:pt x="24309" y="166886"/>
                </a:lnTo>
                <a:cubicBezTo>
                  <a:pt x="19943" y="160238"/>
                  <a:pt x="19149" y="151904"/>
                  <a:pt x="22126" y="144562"/>
                </a:cubicBezTo>
                <a:cubicBezTo>
                  <a:pt x="25102" y="137220"/>
                  <a:pt x="31651" y="131862"/>
                  <a:pt x="39390" y="130373"/>
                </a:cubicBezTo>
                <a:lnTo>
                  <a:pt x="141883" y="109736"/>
                </a:lnTo>
                <a:lnTo>
                  <a:pt x="162620" y="7243"/>
                </a:lnTo>
                <a:cubicBezTo>
                  <a:pt x="164207" y="-496"/>
                  <a:pt x="169565" y="-7045"/>
                  <a:pt x="176808" y="-10021"/>
                </a:cubicBezTo>
                <a:close/>
                <a:moveTo>
                  <a:pt x="205978" y="254000"/>
                </a:moveTo>
                <a:cubicBezTo>
                  <a:pt x="205978" y="225500"/>
                  <a:pt x="221183" y="199165"/>
                  <a:pt x="245864" y="184916"/>
                </a:cubicBezTo>
                <a:cubicBezTo>
                  <a:pt x="270546" y="170666"/>
                  <a:pt x="300954" y="170666"/>
                  <a:pt x="325636" y="184916"/>
                </a:cubicBezTo>
                <a:cubicBezTo>
                  <a:pt x="350317" y="199165"/>
                  <a:pt x="365522" y="225500"/>
                  <a:pt x="365522" y="254000"/>
                </a:cubicBezTo>
                <a:cubicBezTo>
                  <a:pt x="365522" y="298027"/>
                  <a:pt x="329777" y="333772"/>
                  <a:pt x="285750" y="333772"/>
                </a:cubicBezTo>
                <a:cubicBezTo>
                  <a:pt x="241723" y="333772"/>
                  <a:pt x="205978" y="298027"/>
                  <a:pt x="205978" y="254000"/>
                </a:cubicBezTo>
                <a:close/>
                <a:moveTo>
                  <a:pt x="413147" y="254000"/>
                </a:moveTo>
                <a:cubicBezTo>
                  <a:pt x="413147" y="183688"/>
                  <a:pt x="356062" y="126603"/>
                  <a:pt x="285750" y="126603"/>
                </a:cubicBezTo>
                <a:cubicBezTo>
                  <a:pt x="215438" y="126603"/>
                  <a:pt x="158353" y="183688"/>
                  <a:pt x="158353" y="254000"/>
                </a:cubicBezTo>
                <a:cubicBezTo>
                  <a:pt x="158353" y="299515"/>
                  <a:pt x="182635" y="341572"/>
                  <a:pt x="222052" y="364329"/>
                </a:cubicBezTo>
                <a:cubicBezTo>
                  <a:pt x="261468" y="387086"/>
                  <a:pt x="310032" y="387086"/>
                  <a:pt x="349448" y="364329"/>
                </a:cubicBezTo>
                <a:cubicBezTo>
                  <a:pt x="388865" y="341572"/>
                  <a:pt x="413147" y="299515"/>
                  <a:pt x="413147" y="2540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842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Panel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223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/ 20W Monocrystalline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15-20% conversion efficiency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Primary renewable energy source for off-grid operation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8500" y="5016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9000" y="5207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523875" y="127000"/>
                </a:moveTo>
                <a:cubicBezTo>
                  <a:pt x="532606" y="127000"/>
                  <a:pt x="539750" y="134144"/>
                  <a:pt x="539750" y="142875"/>
                </a:cubicBezTo>
                <a:lnTo>
                  <a:pt x="539750" y="365125"/>
                </a:lnTo>
                <a:cubicBezTo>
                  <a:pt x="539750" y="373856"/>
                  <a:pt x="532606" y="381000"/>
                  <a:pt x="523875" y="381000"/>
                </a:cubicBezTo>
                <a:lnTo>
                  <a:pt x="111125" y="381000"/>
                </a:lnTo>
                <a:cubicBezTo>
                  <a:pt x="102394" y="381000"/>
                  <a:pt x="95250" y="373856"/>
                  <a:pt x="95250" y="365125"/>
                </a:cubicBezTo>
                <a:lnTo>
                  <a:pt x="95250" y="142875"/>
                </a:lnTo>
                <a:cubicBezTo>
                  <a:pt x="95250" y="134144"/>
                  <a:pt x="102394" y="127000"/>
                  <a:pt x="111125" y="127000"/>
                </a:cubicBezTo>
                <a:lnTo>
                  <a:pt x="523875" y="127000"/>
                </a:lnTo>
                <a:close/>
                <a:moveTo>
                  <a:pt x="111125" y="63500"/>
                </a:moveTo>
                <a:cubicBezTo>
                  <a:pt x="67270" y="63500"/>
                  <a:pt x="31750" y="99020"/>
                  <a:pt x="31750" y="142875"/>
                </a:cubicBezTo>
                <a:lnTo>
                  <a:pt x="31750" y="365125"/>
                </a:lnTo>
                <a:cubicBezTo>
                  <a:pt x="31750" y="408980"/>
                  <a:pt x="67270" y="444500"/>
                  <a:pt x="111125" y="444500"/>
                </a:cubicBezTo>
                <a:lnTo>
                  <a:pt x="523875" y="444500"/>
                </a:lnTo>
                <a:cubicBezTo>
                  <a:pt x="567730" y="444500"/>
                  <a:pt x="603250" y="408980"/>
                  <a:pt x="603250" y="365125"/>
                </a:cubicBezTo>
                <a:lnTo>
                  <a:pt x="603250" y="317500"/>
                </a:lnTo>
                <a:cubicBezTo>
                  <a:pt x="620812" y="317500"/>
                  <a:pt x="635000" y="303312"/>
                  <a:pt x="635000" y="28575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lnTo>
                  <a:pt x="603250" y="142875"/>
                </a:lnTo>
                <a:cubicBezTo>
                  <a:pt x="603250" y="99020"/>
                  <a:pt x="567730" y="63500"/>
                  <a:pt x="523875" y="63500"/>
                </a:cubicBezTo>
                <a:lnTo>
                  <a:pt x="111125" y="63500"/>
                </a:lnTo>
                <a:close/>
                <a:moveTo>
                  <a:pt x="166688" y="174625"/>
                </a:moveTo>
                <a:cubicBezTo>
                  <a:pt x="153491" y="174625"/>
                  <a:pt x="142875" y="185241"/>
                  <a:pt x="142875" y="198438"/>
                </a:cubicBezTo>
                <a:lnTo>
                  <a:pt x="142875" y="309562"/>
                </a:lnTo>
                <a:cubicBezTo>
                  <a:pt x="142875" y="322759"/>
                  <a:pt x="153491" y="333375"/>
                  <a:pt x="166688" y="333375"/>
                </a:cubicBezTo>
                <a:lnTo>
                  <a:pt x="468313" y="333375"/>
                </a:lnTo>
                <a:cubicBezTo>
                  <a:pt x="481509" y="333375"/>
                  <a:pt x="492125" y="322759"/>
                  <a:pt x="492125" y="309562"/>
                </a:cubicBezTo>
                <a:lnTo>
                  <a:pt x="492125" y="198438"/>
                </a:lnTo>
                <a:cubicBezTo>
                  <a:pt x="492125" y="185241"/>
                  <a:pt x="481509" y="174625"/>
                  <a:pt x="468313" y="174625"/>
                </a:cubicBezTo>
                <a:lnTo>
                  <a:pt x="166688" y="17462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62500" y="5842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0" y="6223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7Ah Sealed Lead-Acid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cycle rechargeable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Energy storage for continuous 24/7 system operation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5000" y="5016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750" y="520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9000" y="5842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 Converter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9000" y="6223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LM2596 DC-DC Step Down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→ 5V regulated output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Voltage regulation for Arduino and peripheral modules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001500" y="5016500"/>
            <a:ext cx="3492500" cy="3429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2555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cubicBezTo>
                  <a:pt x="239812" y="31750"/>
                  <a:pt x="254000" y="45938"/>
                  <a:pt x="254000" y="63500"/>
                </a:cubicBezTo>
                <a:lnTo>
                  <a:pt x="349250" y="63500"/>
                </a:lnTo>
                <a:cubicBezTo>
                  <a:pt x="366812" y="63500"/>
                  <a:pt x="381000" y="77688"/>
                  <a:pt x="381000" y="95250"/>
                </a:cubicBezTo>
                <a:cubicBezTo>
                  <a:pt x="381000" y="112812"/>
                  <a:pt x="366812" y="127000"/>
                  <a:pt x="349250" y="127000"/>
                </a:cubicBezTo>
                <a:lnTo>
                  <a:pt x="254000" y="127000"/>
                </a:lnTo>
                <a:lnTo>
                  <a:pt x="254000" y="190500"/>
                </a:lnTo>
                <a:lnTo>
                  <a:pt x="272554" y="190500"/>
                </a:lnTo>
                <a:cubicBezTo>
                  <a:pt x="280987" y="190500"/>
                  <a:pt x="289024" y="193873"/>
                  <a:pt x="294977" y="199827"/>
                </a:cubicBezTo>
                <a:lnTo>
                  <a:pt x="317401" y="222250"/>
                </a:lnTo>
                <a:lnTo>
                  <a:pt x="349151" y="222250"/>
                </a:lnTo>
                <a:cubicBezTo>
                  <a:pt x="436860" y="222250"/>
                  <a:pt x="507901" y="293291"/>
                  <a:pt x="507901" y="381000"/>
                </a:cubicBezTo>
                <a:cubicBezTo>
                  <a:pt x="507901" y="398562"/>
                  <a:pt x="493713" y="412750"/>
                  <a:pt x="476151" y="412750"/>
                </a:cubicBezTo>
                <a:lnTo>
                  <a:pt x="412651" y="412750"/>
                </a:lnTo>
                <a:cubicBezTo>
                  <a:pt x="395089" y="412750"/>
                  <a:pt x="380901" y="398562"/>
                  <a:pt x="380901" y="381000"/>
                </a:cubicBezTo>
                <a:cubicBezTo>
                  <a:pt x="380901" y="363438"/>
                  <a:pt x="366713" y="349250"/>
                  <a:pt x="349151" y="349250"/>
                </a:cubicBezTo>
                <a:lnTo>
                  <a:pt x="313333" y="349250"/>
                </a:lnTo>
                <a:cubicBezTo>
                  <a:pt x="293291" y="378023"/>
                  <a:pt x="259854" y="396875"/>
                  <a:pt x="222151" y="396875"/>
                </a:cubicBezTo>
                <a:cubicBezTo>
                  <a:pt x="184448" y="396875"/>
                  <a:pt x="151011" y="378023"/>
                  <a:pt x="130969" y="349250"/>
                </a:cubicBezTo>
                <a:lnTo>
                  <a:pt x="31750" y="349250"/>
                </a:lnTo>
                <a:cubicBezTo>
                  <a:pt x="14188" y="349250"/>
                  <a:pt x="0" y="335062"/>
                  <a:pt x="0" y="317500"/>
                </a:cubicBezTo>
                <a:lnTo>
                  <a:pt x="0" y="254000"/>
                </a:lnTo>
                <a:cubicBezTo>
                  <a:pt x="0" y="236438"/>
                  <a:pt x="14188" y="222250"/>
                  <a:pt x="31750" y="222250"/>
                </a:cubicBezTo>
                <a:lnTo>
                  <a:pt x="127000" y="222250"/>
                </a:lnTo>
                <a:lnTo>
                  <a:pt x="149423" y="199827"/>
                </a:lnTo>
                <a:cubicBezTo>
                  <a:pt x="155377" y="193873"/>
                  <a:pt x="163413" y="190500"/>
                  <a:pt x="171847" y="190500"/>
                </a:cubicBezTo>
                <a:lnTo>
                  <a:pt x="190401" y="190500"/>
                </a:lnTo>
                <a:lnTo>
                  <a:pt x="190401" y="127000"/>
                </a:lnTo>
                <a:lnTo>
                  <a:pt x="95151" y="127000"/>
                </a:lnTo>
                <a:cubicBezTo>
                  <a:pt x="77589" y="127000"/>
                  <a:pt x="63401" y="112812"/>
                  <a:pt x="63401" y="95250"/>
                </a:cubicBezTo>
                <a:cubicBezTo>
                  <a:pt x="63401" y="77688"/>
                  <a:pt x="77688" y="63500"/>
                  <a:pt x="95250" y="635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255500" y="58420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Submersible Pump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255500" y="6223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DC Motor Pump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500-2000 L/hr flow rate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Physical water removal from mine pit to safe discharge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PRINCIPLE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9BC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Six-stage automated operational 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1143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84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18415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Startup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2225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Serial, I2C, LCD, relay pin. Display splash screen.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096000" y="1714500"/>
            <a:ext cx="4699000" cy="1143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0" y="184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21500" y="18415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Level Monitoring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1500" y="22225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sensor A0 every 2s. Average 10 samples with 50ms delay.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430000" y="1714500"/>
            <a:ext cx="4064000" cy="1143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0500" y="184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55500" y="184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 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55500" y="22225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against HIGH=700 and LOW=300 thresholds.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462000" y="2857500"/>
            <a:ext cx="0" cy="3810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1430000" y="3302000"/>
            <a:ext cx="4064000" cy="1143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20500" y="3429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5500" y="3429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Filter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5500" y="38100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3 consecutive consistent readings over 6 seconds.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arrow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096000" y="3302000"/>
            <a:ext cx="4699000" cy="1143000"/>
          </a:xfrm>
          <a:prstGeom prst="roundRect">
            <a:avLst>
              <a:gd name="adj" fmla="val 10000"/>
            </a:avLst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86500" y="3429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21500" y="34290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Control via Relay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1500" y="38100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B1D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LOW relay signal drives pump ON/OFF based on confirmed state.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88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arrow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62000" y="3302000"/>
            <a:ext cx="4699000" cy="1143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2500" y="3429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87500" y="34290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State Monitoring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87500" y="3810000"/>
            <a:ext cx="361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 and Serial display status. Loop back to Stage 2 after 2s.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11500" y="4445000"/>
            <a:ext cx="0" cy="508000"/>
          </a:xfrm>
          <a:prstGeom prst="straightConnector1">
            <a:avLst/>
          </a:prstGeom>
          <a:noFill/>
          <a:ln w="25400">
            <a:solidFill>
              <a:srgbClr val="1E3A5F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111500" y="4953000"/>
            <a:ext cx="3810000" cy="0"/>
          </a:xfrm>
          <a:prstGeom prst="straightConnector1">
            <a:avLst/>
          </a:prstGeom>
          <a:noFill/>
          <a:ln w="12700">
            <a:solidFill>
              <a:srgbClr val="1E3A5F"/>
            </a:solidFill>
            <a:prstDash val="sysDot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3810000" y="501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Loop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461000"/>
            <a:ext cx="7239000" cy="3175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6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14986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Reading Process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6000" y="61595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readAveragedSensor()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 10 successive analog readings from A0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50ms delay between each reading (500ms total)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Compute integer average of all samples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noise-filtered representative value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ADC range: 0-1023 (corresponds to 0-5V)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000" y="5461000"/>
            <a:ext cx="7239000" cy="3175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9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22225"/>
                </a:moveTo>
                <a:cubicBezTo>
                  <a:pt x="143282" y="22225"/>
                  <a:pt x="133350" y="32157"/>
                  <a:pt x="133350" y="44450"/>
                </a:cubicBezTo>
                <a:lnTo>
                  <a:pt x="66675" y="44450"/>
                </a:lnTo>
                <a:cubicBezTo>
                  <a:pt x="54382" y="44450"/>
                  <a:pt x="44450" y="54382"/>
                  <a:pt x="44450" y="66675"/>
                </a:cubicBezTo>
                <a:cubicBezTo>
                  <a:pt x="44450" y="78968"/>
                  <a:pt x="54382" y="88900"/>
                  <a:pt x="66675" y="88900"/>
                </a:cubicBezTo>
                <a:lnTo>
                  <a:pt x="133350" y="88900"/>
                </a:lnTo>
                <a:lnTo>
                  <a:pt x="133350" y="133350"/>
                </a:lnTo>
                <a:lnTo>
                  <a:pt x="120362" y="133350"/>
                </a:lnTo>
                <a:cubicBezTo>
                  <a:pt x="114459" y="133350"/>
                  <a:pt x="108833" y="135711"/>
                  <a:pt x="104666" y="139879"/>
                </a:cubicBezTo>
                <a:lnTo>
                  <a:pt x="889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lnTo>
                  <a:pt x="91748" y="244475"/>
                </a:lnTo>
                <a:cubicBezTo>
                  <a:pt x="105777" y="264616"/>
                  <a:pt x="129183" y="277813"/>
                  <a:pt x="155575" y="277813"/>
                </a:cubicBezTo>
                <a:cubicBezTo>
                  <a:pt x="181967" y="277813"/>
                  <a:pt x="205373" y="264616"/>
                  <a:pt x="219402" y="244475"/>
                </a:cubicBezTo>
                <a:lnTo>
                  <a:pt x="244475" y="244475"/>
                </a:lnTo>
                <a:cubicBezTo>
                  <a:pt x="256768" y="244475"/>
                  <a:pt x="266700" y="254407"/>
                  <a:pt x="266700" y="266700"/>
                </a:cubicBezTo>
                <a:cubicBezTo>
                  <a:pt x="266700" y="278993"/>
                  <a:pt x="276632" y="288925"/>
                  <a:pt x="288925" y="288925"/>
                </a:cubicBezTo>
                <a:lnTo>
                  <a:pt x="333375" y="288925"/>
                </a:lnTo>
                <a:cubicBezTo>
                  <a:pt x="345668" y="288925"/>
                  <a:pt x="355600" y="278993"/>
                  <a:pt x="355600" y="266700"/>
                </a:cubicBezTo>
                <a:cubicBezTo>
                  <a:pt x="355600" y="205303"/>
                  <a:pt x="305872" y="155575"/>
                  <a:pt x="244475" y="155575"/>
                </a:cubicBezTo>
                <a:lnTo>
                  <a:pt x="222250" y="155575"/>
                </a:lnTo>
                <a:lnTo>
                  <a:pt x="206554" y="139879"/>
                </a:lnTo>
                <a:cubicBezTo>
                  <a:pt x="202386" y="135711"/>
                  <a:pt x="196761" y="133350"/>
                  <a:pt x="190857" y="133350"/>
                </a:cubicBezTo>
                <a:lnTo>
                  <a:pt x="177869" y="133350"/>
                </a:lnTo>
                <a:lnTo>
                  <a:pt x="177869" y="88900"/>
                </a:lnTo>
                <a:lnTo>
                  <a:pt x="244544" y="88900"/>
                </a:lnTo>
                <a:cubicBezTo>
                  <a:pt x="256838" y="88900"/>
                  <a:pt x="266769" y="78968"/>
                  <a:pt x="266769" y="66675"/>
                </a:cubicBezTo>
                <a:cubicBezTo>
                  <a:pt x="266769" y="54382"/>
                  <a:pt x="256838" y="44450"/>
                  <a:pt x="244544" y="44450"/>
                </a:cubicBezTo>
                <a:lnTo>
                  <a:pt x="177869" y="44450"/>
                </a:lnTo>
                <a:cubicBezTo>
                  <a:pt x="177869" y="32157"/>
                  <a:pt x="167938" y="22225"/>
                  <a:pt x="155644" y="22225"/>
                </a:cubicBezTo>
                <a:close/>
                <a:moveTo>
                  <a:pt x="303371" y="316290"/>
                </a:moveTo>
                <a:lnTo>
                  <a:pt x="290731" y="345738"/>
                </a:lnTo>
                <a:cubicBezTo>
                  <a:pt x="289481" y="348585"/>
                  <a:pt x="288856" y="351711"/>
                  <a:pt x="288856" y="354836"/>
                </a:cubicBezTo>
                <a:lnTo>
                  <a:pt x="288856" y="355669"/>
                </a:lnTo>
                <a:cubicBezTo>
                  <a:pt x="288856" y="367963"/>
                  <a:pt x="298787" y="377894"/>
                  <a:pt x="311081" y="377894"/>
                </a:cubicBezTo>
                <a:cubicBezTo>
                  <a:pt x="323374" y="377894"/>
                  <a:pt x="333306" y="367963"/>
                  <a:pt x="333306" y="355669"/>
                </a:cubicBezTo>
                <a:lnTo>
                  <a:pt x="333306" y="354836"/>
                </a:lnTo>
                <a:cubicBezTo>
                  <a:pt x="333306" y="351711"/>
                  <a:pt x="332680" y="348655"/>
                  <a:pt x="331430" y="345738"/>
                </a:cubicBezTo>
                <a:lnTo>
                  <a:pt x="318790" y="316290"/>
                </a:lnTo>
                <a:cubicBezTo>
                  <a:pt x="317470" y="313164"/>
                  <a:pt x="314414" y="311150"/>
                  <a:pt x="311011" y="311150"/>
                </a:cubicBezTo>
                <a:cubicBezTo>
                  <a:pt x="307608" y="311150"/>
                  <a:pt x="304621" y="313164"/>
                  <a:pt x="303232" y="31629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89916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Activation Logic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9000" y="61595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ON: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 &gt; 700 (HIGH)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digitalWrite(relayPin, LOW)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LCD: "Pump: ON [wave]"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OFF: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 &lt; 300 (LOW)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digitalWrite(relayPin, HIGH)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LCD: "Pump: OFF [sleep]"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ARDUINO LOGIC &amp; SOFTWARE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LOGIC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112000" cy="35560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841500"/>
            <a:ext cx="2540000" cy="406400"/>
          </a:xfrm>
          <a:prstGeom prst="roundRect">
            <a:avLst>
              <a:gd name="adj" fmla="val 15000"/>
            </a:avLst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Read Sensor (10 samples)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247900"/>
            <a:ext cx="0" cy="2286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16000" y="2476500"/>
            <a:ext cx="2540000" cy="406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476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Compare Thresholds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2882900"/>
            <a:ext cx="0" cy="2286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16000" y="3111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3111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&gt; 700 → HIGH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&lt; 300 → 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3111500"/>
            <a:ext cx="1778000" cy="457200"/>
          </a:xfrm>
          <a:prstGeom prst="roundRect">
            <a:avLst>
              <a:gd name="adj" fmla="val 10000"/>
            </a:avLst>
          </a:prstGeom>
          <a:solidFill>
            <a:srgbClr val="4A90D9">
              <a:alpha val="25098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311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HIGH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cycles (6s)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0" y="3746500"/>
            <a:ext cx="1778000" cy="457200"/>
          </a:xfrm>
          <a:prstGeom prst="roundRect">
            <a:avLst>
              <a:gd name="adj" fmla="val 10000"/>
            </a:avLst>
          </a:prstGeom>
          <a:solidFill>
            <a:srgbClr val="E74C3C">
              <a:alpha val="18824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0000" y="3746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LOW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cycles (6s)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0" y="4381500"/>
            <a:ext cx="1778000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7A9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0000" y="4381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Change (300-700)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56000" y="3314700"/>
            <a:ext cx="254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842000" y="3111500"/>
            <a:ext cx="1651000" cy="457200"/>
          </a:xfrm>
          <a:prstGeom prst="roundRect">
            <a:avLst>
              <a:gd name="adj" fmla="val 10000"/>
            </a:avLst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3111500"/>
            <a:ext cx="165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 8 = 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42000" y="3746500"/>
            <a:ext cx="165100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5842000" y="3746500"/>
            <a:ext cx="165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OFF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 8 = HIGH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88000" y="3340100"/>
            <a:ext cx="254000" cy="0"/>
          </a:xfrm>
          <a:prstGeom prst="straightConnector1">
            <a:avLst/>
          </a:prstGeom>
          <a:noFill/>
          <a:ln w="25400">
            <a:solidFill>
              <a:srgbClr val="4A90D9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588000" y="3975100"/>
            <a:ext cx="254000" cy="0"/>
          </a:xfrm>
          <a:prstGeom prst="straightConnector1">
            <a:avLst/>
          </a:prstGeom>
          <a:noFill/>
          <a:ln w="25400">
            <a:solidFill>
              <a:srgbClr val="E74C3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286000" y="4330700"/>
            <a:ext cx="0" cy="444500"/>
          </a:xfrm>
          <a:prstGeom prst="straightConnector1">
            <a:avLst/>
          </a:prstGeom>
          <a:noFill/>
          <a:ln w="25400">
            <a:solidFill>
              <a:srgbClr val="7A9BC4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2413000" y="438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Wait 2s 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5334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689600"/>
            <a:ext cx="7112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58166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HIGH_THRESHOLD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700 → Pump activates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LOW_THRESHOLD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300 → Pump deactivates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NUM_SAMPLES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 → Averaging window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SAMPLE_DELAY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50ms → Between readings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CONFIRM_CYCLES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 → State change filter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CYCLE_INTERVAL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2000ms → Main loop timing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55000" y="127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ARCHITECTURE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1651000"/>
            <a:ext cx="7239000" cy="27940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86775" y="184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8991600" y="184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09000" y="2311400"/>
            <a:ext cx="6731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setup()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Initialize Serial (9600), I2C, LCD, relay pin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loop()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Main cycle every 2000ms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readAveragedSensor()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10-sample noise filter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setPump(bool)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Active LOW relay control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updateLCD()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status display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5000" y="4699000"/>
            <a:ext cx="7239000" cy="13970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31225" y="488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89916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Libraries Used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09000" y="53594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Wire.h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I2C communication protocol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LiquidCrystal_I2C.h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LCD display control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000" y="6350000"/>
            <a:ext cx="7239000" cy="1524000"/>
          </a:xfrm>
          <a:prstGeom prst="roundRect">
            <a:avLst>
              <a:gd name="adj" fmla="val 5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64550" y="6540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88900" y="66675"/>
                </a:lnTo>
                <a:lnTo>
                  <a:pt x="88900" y="233363"/>
                </a:lnTo>
                <a:lnTo>
                  <a:pt x="44450" y="233363"/>
                </a:lnTo>
                <a:lnTo>
                  <a:pt x="44450" y="66675"/>
                </a:lnTo>
                <a:close/>
                <a:moveTo>
                  <a:pt x="0" y="280035"/>
                </a:moveTo>
                <a:cubicBezTo>
                  <a:pt x="0" y="272673"/>
                  <a:pt x="5973" y="266700"/>
                  <a:pt x="13335" y="266700"/>
                </a:cubicBezTo>
                <a:lnTo>
                  <a:pt x="431165" y="266700"/>
                </a:lnTo>
                <a:cubicBezTo>
                  <a:pt x="438527" y="266700"/>
                  <a:pt x="444500" y="272673"/>
                  <a:pt x="444500" y="280035"/>
                </a:cubicBezTo>
                <a:cubicBezTo>
                  <a:pt x="444500" y="309483"/>
                  <a:pt x="420608" y="333375"/>
                  <a:pt x="391160" y="333375"/>
                </a:cubicBezTo>
                <a:lnTo>
                  <a:pt x="53340" y="333375"/>
                </a:lnTo>
                <a:cubicBezTo>
                  <a:pt x="23892" y="333375"/>
                  <a:pt x="0" y="309483"/>
                  <a:pt x="0" y="280035"/>
                </a:cubicBezTo>
                <a:close/>
                <a:moveTo>
                  <a:pt x="195163" y="145157"/>
                </a:moveTo>
                <a:lnTo>
                  <a:pt x="173633" y="166688"/>
                </a:lnTo>
                <a:lnTo>
                  <a:pt x="195163" y="188218"/>
                </a:lnTo>
                <a:cubicBezTo>
                  <a:pt x="201692" y="194747"/>
                  <a:pt x="201692" y="205303"/>
                  <a:pt x="195163" y="211763"/>
                </a:cubicBezTo>
                <a:cubicBezTo>
                  <a:pt x="188635" y="218222"/>
                  <a:pt x="178078" y="218291"/>
                  <a:pt x="171619" y="211763"/>
                </a:cubicBezTo>
                <a:lnTo>
                  <a:pt x="138281" y="178425"/>
                </a:lnTo>
                <a:cubicBezTo>
                  <a:pt x="131753" y="171896"/>
                  <a:pt x="131753" y="161340"/>
                  <a:pt x="138281" y="154880"/>
                </a:cubicBezTo>
                <a:lnTo>
                  <a:pt x="171619" y="121543"/>
                </a:lnTo>
                <a:cubicBezTo>
                  <a:pt x="178147" y="115014"/>
                  <a:pt x="188704" y="115014"/>
                  <a:pt x="195163" y="121543"/>
                </a:cubicBezTo>
                <a:cubicBezTo>
                  <a:pt x="201622" y="128072"/>
                  <a:pt x="201692" y="138628"/>
                  <a:pt x="195163" y="145088"/>
                </a:cubicBezTo>
                <a:close/>
                <a:moveTo>
                  <a:pt x="272951" y="121543"/>
                </a:moveTo>
                <a:lnTo>
                  <a:pt x="306288" y="154880"/>
                </a:lnTo>
                <a:cubicBezTo>
                  <a:pt x="312817" y="161409"/>
                  <a:pt x="312817" y="171966"/>
                  <a:pt x="306288" y="178425"/>
                </a:cubicBezTo>
                <a:lnTo>
                  <a:pt x="272951" y="211763"/>
                </a:lnTo>
                <a:cubicBezTo>
                  <a:pt x="266422" y="218291"/>
                  <a:pt x="255865" y="218291"/>
                  <a:pt x="249406" y="211763"/>
                </a:cubicBezTo>
                <a:cubicBezTo>
                  <a:pt x="242947" y="205234"/>
                  <a:pt x="242878" y="194677"/>
                  <a:pt x="249406" y="188218"/>
                </a:cubicBezTo>
                <a:lnTo>
                  <a:pt x="270937" y="166688"/>
                </a:lnTo>
                <a:lnTo>
                  <a:pt x="249406" y="145157"/>
                </a:lnTo>
                <a:cubicBezTo>
                  <a:pt x="242878" y="138628"/>
                  <a:pt x="242878" y="128072"/>
                  <a:pt x="249406" y="121612"/>
                </a:cubicBezTo>
                <a:cubicBezTo>
                  <a:pt x="255935" y="115153"/>
                  <a:pt x="266492" y="115084"/>
                  <a:pt x="272951" y="121612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8991600" y="654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9000" y="70104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IDE 2.x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Language: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C++ (Arduino Framework)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SOLAR POWER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9BC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Renewable energy infrastructure for off-grid autonomy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ENERGY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425" y="234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59127" y="-9019"/>
                </a:moveTo>
                <a:cubicBezTo>
                  <a:pt x="165735" y="-11787"/>
                  <a:pt x="173236" y="-10984"/>
                  <a:pt x="179219" y="-7054"/>
                </a:cubicBezTo>
                <a:lnTo>
                  <a:pt x="257621" y="44916"/>
                </a:lnTo>
                <a:lnTo>
                  <a:pt x="336024" y="-7054"/>
                </a:lnTo>
                <a:cubicBezTo>
                  <a:pt x="342007" y="-10984"/>
                  <a:pt x="349508" y="-11698"/>
                  <a:pt x="356116" y="-9019"/>
                </a:cubicBezTo>
                <a:cubicBezTo>
                  <a:pt x="362724" y="-6340"/>
                  <a:pt x="367367" y="-446"/>
                  <a:pt x="368796" y="6519"/>
                </a:cubicBezTo>
                <a:lnTo>
                  <a:pt x="387459" y="98673"/>
                </a:lnTo>
                <a:lnTo>
                  <a:pt x="479614" y="117336"/>
                </a:lnTo>
                <a:cubicBezTo>
                  <a:pt x="486579" y="118765"/>
                  <a:pt x="492472" y="123587"/>
                  <a:pt x="495151" y="130106"/>
                </a:cubicBezTo>
                <a:cubicBezTo>
                  <a:pt x="497830" y="136624"/>
                  <a:pt x="497116" y="144214"/>
                  <a:pt x="493187" y="150197"/>
                </a:cubicBezTo>
                <a:lnTo>
                  <a:pt x="441216" y="228600"/>
                </a:lnTo>
                <a:lnTo>
                  <a:pt x="493187" y="307003"/>
                </a:lnTo>
                <a:cubicBezTo>
                  <a:pt x="497116" y="312986"/>
                  <a:pt x="497830" y="320486"/>
                  <a:pt x="495151" y="327094"/>
                </a:cubicBezTo>
                <a:cubicBezTo>
                  <a:pt x="492472" y="333702"/>
                  <a:pt x="486579" y="338524"/>
                  <a:pt x="479614" y="339864"/>
                </a:cubicBezTo>
                <a:lnTo>
                  <a:pt x="387370" y="358438"/>
                </a:lnTo>
                <a:lnTo>
                  <a:pt x="368796" y="450681"/>
                </a:lnTo>
                <a:cubicBezTo>
                  <a:pt x="367367" y="457646"/>
                  <a:pt x="362545" y="463540"/>
                  <a:pt x="356027" y="466219"/>
                </a:cubicBezTo>
                <a:cubicBezTo>
                  <a:pt x="349508" y="468898"/>
                  <a:pt x="341918" y="468184"/>
                  <a:pt x="335935" y="464254"/>
                </a:cubicBezTo>
                <a:lnTo>
                  <a:pt x="257532" y="412284"/>
                </a:lnTo>
                <a:lnTo>
                  <a:pt x="179130" y="464254"/>
                </a:lnTo>
                <a:cubicBezTo>
                  <a:pt x="173147" y="468184"/>
                  <a:pt x="165646" y="468898"/>
                  <a:pt x="159038" y="466219"/>
                </a:cubicBezTo>
                <a:cubicBezTo>
                  <a:pt x="152430" y="463540"/>
                  <a:pt x="147608" y="457646"/>
                  <a:pt x="146268" y="450681"/>
                </a:cubicBezTo>
                <a:lnTo>
                  <a:pt x="127695" y="358438"/>
                </a:lnTo>
                <a:lnTo>
                  <a:pt x="35451" y="339775"/>
                </a:lnTo>
                <a:cubicBezTo>
                  <a:pt x="28486" y="338346"/>
                  <a:pt x="22592" y="333524"/>
                  <a:pt x="19913" y="327005"/>
                </a:cubicBezTo>
                <a:cubicBezTo>
                  <a:pt x="17234" y="320486"/>
                  <a:pt x="17949" y="312896"/>
                  <a:pt x="21878" y="306913"/>
                </a:cubicBezTo>
                <a:lnTo>
                  <a:pt x="73849" y="228600"/>
                </a:lnTo>
                <a:lnTo>
                  <a:pt x="21878" y="150197"/>
                </a:lnTo>
                <a:cubicBezTo>
                  <a:pt x="17949" y="144214"/>
                  <a:pt x="17234" y="136714"/>
                  <a:pt x="19913" y="130106"/>
                </a:cubicBezTo>
                <a:cubicBezTo>
                  <a:pt x="22592" y="123498"/>
                  <a:pt x="28486" y="118676"/>
                  <a:pt x="35451" y="117336"/>
                </a:cubicBezTo>
                <a:lnTo>
                  <a:pt x="127695" y="98762"/>
                </a:lnTo>
                <a:lnTo>
                  <a:pt x="146358" y="6519"/>
                </a:lnTo>
                <a:cubicBezTo>
                  <a:pt x="147786" y="-446"/>
                  <a:pt x="152608" y="-6340"/>
                  <a:pt x="159127" y="-9019"/>
                </a:cubicBezTo>
                <a:close/>
                <a:moveTo>
                  <a:pt x="185380" y="228600"/>
                </a:moveTo>
                <a:cubicBezTo>
                  <a:pt x="185380" y="202950"/>
                  <a:pt x="199064" y="179249"/>
                  <a:pt x="221278" y="166424"/>
                </a:cubicBezTo>
                <a:cubicBezTo>
                  <a:pt x="243491" y="153599"/>
                  <a:pt x="270859" y="153599"/>
                  <a:pt x="293072" y="166424"/>
                </a:cubicBezTo>
                <a:cubicBezTo>
                  <a:pt x="315286" y="179249"/>
                  <a:pt x="328970" y="202950"/>
                  <a:pt x="328970" y="228600"/>
                </a:cubicBezTo>
                <a:cubicBezTo>
                  <a:pt x="328970" y="268225"/>
                  <a:pt x="296800" y="300395"/>
                  <a:pt x="257175" y="300395"/>
                </a:cubicBezTo>
                <a:cubicBezTo>
                  <a:pt x="217550" y="300395"/>
                  <a:pt x="185380" y="268225"/>
                  <a:pt x="185380" y="228600"/>
                </a:cubicBezTo>
                <a:close/>
                <a:moveTo>
                  <a:pt x="371832" y="228600"/>
                </a:moveTo>
                <a:cubicBezTo>
                  <a:pt x="371832" y="165319"/>
                  <a:pt x="320456" y="113943"/>
                  <a:pt x="257175" y="113943"/>
                </a:cubicBezTo>
                <a:cubicBezTo>
                  <a:pt x="193894" y="113943"/>
                  <a:pt x="142518" y="165319"/>
                  <a:pt x="142518" y="228600"/>
                </a:cubicBezTo>
                <a:cubicBezTo>
                  <a:pt x="142518" y="269563"/>
                  <a:pt x="164371" y="307415"/>
                  <a:pt x="199846" y="327896"/>
                </a:cubicBezTo>
                <a:cubicBezTo>
                  <a:pt x="235321" y="348378"/>
                  <a:pt x="279029" y="348378"/>
                  <a:pt x="314504" y="327896"/>
                </a:cubicBezTo>
                <a:cubicBezTo>
                  <a:pt x="349979" y="307415"/>
                  <a:pt x="371832" y="269563"/>
                  <a:pt x="371832" y="2286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286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Panel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/ 20W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Monocrystalline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59000" y="3175000"/>
            <a:ext cx="0" cy="4445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762000" y="36195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425" y="381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57150"/>
                </a:moveTo>
                <a:cubicBezTo>
                  <a:pt x="57150" y="25628"/>
                  <a:pt x="82778" y="0"/>
                  <a:pt x="114300" y="0"/>
                </a:cubicBezTo>
                <a:lnTo>
                  <a:pt x="257175" y="0"/>
                </a:lnTo>
                <a:cubicBezTo>
                  <a:pt x="288697" y="0"/>
                  <a:pt x="314325" y="25628"/>
                  <a:pt x="314325" y="57150"/>
                </a:cubicBezTo>
                <a:lnTo>
                  <a:pt x="314325" y="257175"/>
                </a:lnTo>
                <a:cubicBezTo>
                  <a:pt x="353794" y="257175"/>
                  <a:pt x="385763" y="289143"/>
                  <a:pt x="385763" y="328613"/>
                </a:cubicBezTo>
                <a:lnTo>
                  <a:pt x="385763" y="339328"/>
                </a:lnTo>
                <a:cubicBezTo>
                  <a:pt x="385763" y="349151"/>
                  <a:pt x="393799" y="357188"/>
                  <a:pt x="403622" y="357188"/>
                </a:cubicBezTo>
                <a:cubicBezTo>
                  <a:pt x="413445" y="357188"/>
                  <a:pt x="421481" y="349151"/>
                  <a:pt x="421481" y="339328"/>
                </a:cubicBezTo>
                <a:lnTo>
                  <a:pt x="421481" y="225296"/>
                </a:lnTo>
                <a:cubicBezTo>
                  <a:pt x="392460" y="216188"/>
                  <a:pt x="371475" y="189131"/>
                  <a:pt x="371475" y="157163"/>
                </a:cubicBezTo>
                <a:lnTo>
                  <a:pt x="371475" y="128588"/>
                </a:lnTo>
                <a:cubicBezTo>
                  <a:pt x="371475" y="120729"/>
                  <a:pt x="377904" y="114300"/>
                  <a:pt x="385763" y="114300"/>
                </a:cubicBezTo>
                <a:lnTo>
                  <a:pt x="400050" y="114300"/>
                </a:lnTo>
                <a:lnTo>
                  <a:pt x="400050" y="71438"/>
                </a:lnTo>
                <a:cubicBezTo>
                  <a:pt x="400050" y="63579"/>
                  <a:pt x="406479" y="57150"/>
                  <a:pt x="414338" y="57150"/>
                </a:cubicBezTo>
                <a:cubicBezTo>
                  <a:pt x="422196" y="57150"/>
                  <a:pt x="428625" y="63579"/>
                  <a:pt x="428625" y="71438"/>
                </a:cubicBezTo>
                <a:lnTo>
                  <a:pt x="428625" y="114300"/>
                </a:lnTo>
                <a:lnTo>
                  <a:pt x="457200" y="114300"/>
                </a:lnTo>
                <a:lnTo>
                  <a:pt x="457200" y="71438"/>
                </a:lnTo>
                <a:cubicBezTo>
                  <a:pt x="457200" y="63579"/>
                  <a:pt x="463629" y="57150"/>
                  <a:pt x="471488" y="57150"/>
                </a:cubicBezTo>
                <a:cubicBezTo>
                  <a:pt x="479346" y="57150"/>
                  <a:pt x="485775" y="63579"/>
                  <a:pt x="485775" y="71438"/>
                </a:cubicBezTo>
                <a:lnTo>
                  <a:pt x="485775" y="114300"/>
                </a:lnTo>
                <a:lnTo>
                  <a:pt x="500063" y="114300"/>
                </a:lnTo>
                <a:cubicBezTo>
                  <a:pt x="507921" y="114300"/>
                  <a:pt x="514350" y="120729"/>
                  <a:pt x="514350" y="128588"/>
                </a:cubicBezTo>
                <a:lnTo>
                  <a:pt x="514350" y="157163"/>
                </a:lnTo>
                <a:cubicBezTo>
                  <a:pt x="514350" y="189131"/>
                  <a:pt x="493365" y="216188"/>
                  <a:pt x="464344" y="225296"/>
                </a:cubicBezTo>
                <a:lnTo>
                  <a:pt x="464344" y="339328"/>
                </a:lnTo>
                <a:cubicBezTo>
                  <a:pt x="464344" y="372904"/>
                  <a:pt x="437198" y="400050"/>
                  <a:pt x="403622" y="400050"/>
                </a:cubicBezTo>
                <a:cubicBezTo>
                  <a:pt x="370046" y="400050"/>
                  <a:pt x="342900" y="372904"/>
                  <a:pt x="342900" y="339328"/>
                </a:cubicBezTo>
                <a:lnTo>
                  <a:pt x="342900" y="328613"/>
                </a:lnTo>
                <a:cubicBezTo>
                  <a:pt x="342900" y="312807"/>
                  <a:pt x="330131" y="300038"/>
                  <a:pt x="314325" y="300038"/>
                </a:cubicBezTo>
                <a:lnTo>
                  <a:pt x="314325" y="415588"/>
                </a:lnTo>
                <a:cubicBezTo>
                  <a:pt x="322630" y="418534"/>
                  <a:pt x="328613" y="426482"/>
                  <a:pt x="328613" y="435769"/>
                </a:cubicBezTo>
                <a:cubicBezTo>
                  <a:pt x="328613" y="447645"/>
                  <a:pt x="319058" y="457200"/>
                  <a:pt x="307181" y="457200"/>
                </a:cubicBezTo>
                <a:lnTo>
                  <a:pt x="64294" y="457200"/>
                </a:lnTo>
                <a:cubicBezTo>
                  <a:pt x="52417" y="457200"/>
                  <a:pt x="42863" y="447645"/>
                  <a:pt x="42863" y="435769"/>
                </a:cubicBezTo>
                <a:cubicBezTo>
                  <a:pt x="42863" y="426393"/>
                  <a:pt x="48845" y="418534"/>
                  <a:pt x="57150" y="415588"/>
                </a:cubicBezTo>
                <a:lnTo>
                  <a:pt x="57150" y="57150"/>
                </a:lnTo>
                <a:close/>
                <a:moveTo>
                  <a:pt x="130999" y="169396"/>
                </a:moveTo>
                <a:lnTo>
                  <a:pt x="165824" y="169396"/>
                </a:lnTo>
                <a:lnTo>
                  <a:pt x="147161" y="229136"/>
                </a:lnTo>
                <a:cubicBezTo>
                  <a:pt x="145018" y="235922"/>
                  <a:pt x="150108" y="242888"/>
                  <a:pt x="157252" y="242888"/>
                </a:cubicBezTo>
                <a:cubicBezTo>
                  <a:pt x="159841" y="242888"/>
                  <a:pt x="162252" y="241995"/>
                  <a:pt x="164217" y="240298"/>
                </a:cubicBezTo>
                <a:lnTo>
                  <a:pt x="248692" y="167074"/>
                </a:lnTo>
                <a:cubicBezTo>
                  <a:pt x="251460" y="164663"/>
                  <a:pt x="253067" y="161181"/>
                  <a:pt x="253067" y="157520"/>
                </a:cubicBezTo>
                <a:cubicBezTo>
                  <a:pt x="253067" y="150555"/>
                  <a:pt x="247442" y="144929"/>
                  <a:pt x="240476" y="144929"/>
                </a:cubicBezTo>
                <a:lnTo>
                  <a:pt x="205651" y="144929"/>
                </a:lnTo>
                <a:lnTo>
                  <a:pt x="224314" y="85189"/>
                </a:lnTo>
                <a:cubicBezTo>
                  <a:pt x="226457" y="78403"/>
                  <a:pt x="221367" y="71438"/>
                  <a:pt x="214223" y="71438"/>
                </a:cubicBezTo>
                <a:cubicBezTo>
                  <a:pt x="211634" y="71438"/>
                  <a:pt x="209223" y="72330"/>
                  <a:pt x="207258" y="74027"/>
                </a:cubicBezTo>
                <a:lnTo>
                  <a:pt x="122783" y="147251"/>
                </a:lnTo>
                <a:cubicBezTo>
                  <a:pt x="120015" y="149662"/>
                  <a:pt x="118408" y="153144"/>
                  <a:pt x="118408" y="156805"/>
                </a:cubicBezTo>
                <a:cubicBezTo>
                  <a:pt x="118408" y="163770"/>
                  <a:pt x="124033" y="169396"/>
                  <a:pt x="130999" y="169396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37465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 Controller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 Type | 10A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Overcharge protection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59000" y="4635500"/>
            <a:ext cx="0" cy="4445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5080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8850" y="5270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71488" y="114300"/>
                </a:moveTo>
                <a:cubicBezTo>
                  <a:pt x="479346" y="114300"/>
                  <a:pt x="485775" y="120729"/>
                  <a:pt x="485775" y="128588"/>
                </a:cubicBezTo>
                <a:lnTo>
                  <a:pt x="485775" y="328613"/>
                </a:lnTo>
                <a:cubicBezTo>
                  <a:pt x="485775" y="336471"/>
                  <a:pt x="479346" y="342900"/>
                  <a:pt x="471488" y="342900"/>
                </a:cubicBezTo>
                <a:lnTo>
                  <a:pt x="100013" y="342900"/>
                </a:lnTo>
                <a:cubicBezTo>
                  <a:pt x="92154" y="342900"/>
                  <a:pt x="85725" y="336471"/>
                  <a:pt x="85725" y="328613"/>
                </a:cubicBezTo>
                <a:lnTo>
                  <a:pt x="85725" y="128588"/>
                </a:lnTo>
                <a:cubicBezTo>
                  <a:pt x="85725" y="120729"/>
                  <a:pt x="92154" y="114300"/>
                  <a:pt x="100013" y="114300"/>
                </a:cubicBezTo>
                <a:lnTo>
                  <a:pt x="471488" y="114300"/>
                </a:lnTo>
                <a:close/>
                <a:moveTo>
                  <a:pt x="100013" y="57150"/>
                </a:moveTo>
                <a:cubicBezTo>
                  <a:pt x="60543" y="57150"/>
                  <a:pt x="28575" y="89118"/>
                  <a:pt x="28575" y="128588"/>
                </a:cubicBezTo>
                <a:lnTo>
                  <a:pt x="28575" y="328613"/>
                </a:lnTo>
                <a:cubicBezTo>
                  <a:pt x="28575" y="368082"/>
                  <a:pt x="60543" y="400050"/>
                  <a:pt x="100013" y="400050"/>
                </a:cubicBezTo>
                <a:lnTo>
                  <a:pt x="471488" y="400050"/>
                </a:lnTo>
                <a:cubicBezTo>
                  <a:pt x="510957" y="400050"/>
                  <a:pt x="542925" y="368082"/>
                  <a:pt x="542925" y="328613"/>
                </a:cubicBezTo>
                <a:lnTo>
                  <a:pt x="542925" y="285750"/>
                </a:lnTo>
                <a:cubicBezTo>
                  <a:pt x="558731" y="285750"/>
                  <a:pt x="571500" y="272981"/>
                  <a:pt x="571500" y="257175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lnTo>
                  <a:pt x="542925" y="128588"/>
                </a:lnTo>
                <a:cubicBezTo>
                  <a:pt x="542925" y="89118"/>
                  <a:pt x="510957" y="57150"/>
                  <a:pt x="471488" y="57150"/>
                </a:cubicBezTo>
                <a:lnTo>
                  <a:pt x="100013" y="57150"/>
                </a:lnTo>
                <a:close/>
                <a:moveTo>
                  <a:pt x="150019" y="157163"/>
                </a:moveTo>
                <a:cubicBezTo>
                  <a:pt x="138142" y="157163"/>
                  <a:pt x="128588" y="166717"/>
                  <a:pt x="128588" y="178594"/>
                </a:cubicBezTo>
                <a:lnTo>
                  <a:pt x="128588" y="278606"/>
                </a:lnTo>
                <a:cubicBezTo>
                  <a:pt x="128588" y="290483"/>
                  <a:pt x="138142" y="300038"/>
                  <a:pt x="150019" y="300038"/>
                </a:cubicBezTo>
                <a:lnTo>
                  <a:pt x="421481" y="300038"/>
                </a:lnTo>
                <a:cubicBezTo>
                  <a:pt x="433358" y="300038"/>
                  <a:pt x="442913" y="290483"/>
                  <a:pt x="442913" y="278606"/>
                </a:cubicBezTo>
                <a:lnTo>
                  <a:pt x="442913" y="178594"/>
                </a:lnTo>
                <a:cubicBezTo>
                  <a:pt x="442913" y="166717"/>
                  <a:pt x="433358" y="157163"/>
                  <a:pt x="421481" y="157163"/>
                </a:cubicBezTo>
                <a:lnTo>
                  <a:pt x="150019" y="157163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5207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/ 7Ah SLA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cycle | LVD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59000" y="6096000"/>
            <a:ext cx="0" cy="44450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2000" y="65405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4575" y="673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66675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 Converter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LM2596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12V → 5V DC-DC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37000" y="6985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445000" y="6731000"/>
            <a:ext cx="2540000" cy="825500"/>
          </a:xfrm>
          <a:prstGeom prst="roundRect">
            <a:avLst>
              <a:gd name="adj" fmla="val 10000"/>
            </a:avLst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45000" y="6731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UNO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B1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 Regulated Supply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0" y="165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0" y="2159000"/>
            <a:ext cx="3937000" cy="1460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23200" y="2476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52400" y="-25400"/>
                </a:moveTo>
                <a:cubicBezTo>
                  <a:pt x="166449" y="-25400"/>
                  <a:pt x="177800" y="-14049"/>
                  <a:pt x="177800" y="0"/>
                </a:cubicBezTo>
                <a:lnTo>
                  <a:pt x="177800" y="76200"/>
                </a:lnTo>
                <a:lnTo>
                  <a:pt x="279400" y="76200"/>
                </a:lnTo>
                <a:lnTo>
                  <a:pt x="279400" y="0"/>
                </a:lnTo>
                <a:cubicBezTo>
                  <a:pt x="279400" y="-14049"/>
                  <a:pt x="290751" y="-25400"/>
                  <a:pt x="304800" y="-25400"/>
                </a:cubicBezTo>
                <a:cubicBezTo>
                  <a:pt x="318849" y="-25400"/>
                  <a:pt x="330200" y="-14049"/>
                  <a:pt x="330200" y="0"/>
                </a:cubicBezTo>
                <a:lnTo>
                  <a:pt x="330200" y="76200"/>
                </a:lnTo>
                <a:lnTo>
                  <a:pt x="381000" y="76200"/>
                </a:lnTo>
                <a:cubicBezTo>
                  <a:pt x="395049" y="76200"/>
                  <a:pt x="406400" y="87551"/>
                  <a:pt x="406400" y="101600"/>
                </a:cubicBezTo>
                <a:cubicBezTo>
                  <a:pt x="406400" y="115649"/>
                  <a:pt x="395049" y="127000"/>
                  <a:pt x="381000" y="127000"/>
                </a:cubicBezTo>
                <a:lnTo>
                  <a:pt x="381000" y="165656"/>
                </a:lnTo>
                <a:cubicBezTo>
                  <a:pt x="302736" y="172085"/>
                  <a:pt x="241300" y="237649"/>
                  <a:pt x="241300" y="317500"/>
                </a:cubicBezTo>
                <a:cubicBezTo>
                  <a:pt x="241300" y="339169"/>
                  <a:pt x="245824" y="359807"/>
                  <a:pt x="254000" y="378539"/>
                </a:cubicBezTo>
                <a:lnTo>
                  <a:pt x="254000" y="381000"/>
                </a:lnTo>
                <a:cubicBezTo>
                  <a:pt x="254000" y="395049"/>
                  <a:pt x="242649" y="406400"/>
                  <a:pt x="228600" y="406400"/>
                </a:cubicBezTo>
                <a:cubicBezTo>
                  <a:pt x="214551" y="406400"/>
                  <a:pt x="203200" y="395049"/>
                  <a:pt x="203200" y="381000"/>
                </a:cubicBezTo>
                <a:lnTo>
                  <a:pt x="203200" y="328057"/>
                </a:lnTo>
                <a:cubicBezTo>
                  <a:pt x="131128" y="315992"/>
                  <a:pt x="76200" y="253286"/>
                  <a:pt x="76200" y="1778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cubicBezTo>
                  <a:pt x="50800" y="87551"/>
                  <a:pt x="62151" y="76200"/>
                  <a:pt x="76200" y="76200"/>
                </a:cubicBezTo>
                <a:lnTo>
                  <a:pt x="127000" y="76200"/>
                </a:lnTo>
                <a:lnTo>
                  <a:pt x="127000" y="0"/>
                </a:lnTo>
                <a:cubicBezTo>
                  <a:pt x="127000" y="-14049"/>
                  <a:pt x="138351" y="-25400"/>
                  <a:pt x="152400" y="-25400"/>
                </a:cubicBezTo>
                <a:close/>
                <a:moveTo>
                  <a:pt x="393700" y="203200"/>
                </a:moveTo>
                <a:cubicBezTo>
                  <a:pt x="456784" y="203200"/>
                  <a:pt x="508000" y="254416"/>
                  <a:pt x="508000" y="317500"/>
                </a:cubicBezTo>
                <a:cubicBezTo>
                  <a:pt x="508000" y="380584"/>
                  <a:pt x="456784" y="431800"/>
                  <a:pt x="393700" y="431800"/>
                </a:cubicBezTo>
                <a:cubicBezTo>
                  <a:pt x="330616" y="431800"/>
                  <a:pt x="279400" y="380584"/>
                  <a:pt x="279400" y="317500"/>
                </a:cubicBezTo>
                <a:cubicBezTo>
                  <a:pt x="279400" y="254416"/>
                  <a:pt x="330616" y="203200"/>
                  <a:pt x="393700" y="203200"/>
                </a:cubicBezTo>
                <a:close/>
                <a:moveTo>
                  <a:pt x="440769" y="288369"/>
                </a:moveTo>
                <a:cubicBezTo>
                  <a:pt x="445691" y="283448"/>
                  <a:pt x="445691" y="275352"/>
                  <a:pt x="440769" y="270431"/>
                </a:cubicBezTo>
                <a:cubicBezTo>
                  <a:pt x="435848" y="265509"/>
                  <a:pt x="427752" y="265509"/>
                  <a:pt x="422831" y="270431"/>
                </a:cubicBezTo>
                <a:lnTo>
                  <a:pt x="393700" y="299561"/>
                </a:lnTo>
                <a:lnTo>
                  <a:pt x="364569" y="270431"/>
                </a:lnTo>
                <a:cubicBezTo>
                  <a:pt x="359648" y="265509"/>
                  <a:pt x="351552" y="265509"/>
                  <a:pt x="346631" y="270431"/>
                </a:cubicBezTo>
                <a:cubicBezTo>
                  <a:pt x="341709" y="275352"/>
                  <a:pt x="341709" y="283448"/>
                  <a:pt x="346631" y="288369"/>
                </a:cubicBezTo>
                <a:lnTo>
                  <a:pt x="375761" y="317500"/>
                </a:lnTo>
                <a:lnTo>
                  <a:pt x="346631" y="346631"/>
                </a:lnTo>
                <a:cubicBezTo>
                  <a:pt x="341709" y="351552"/>
                  <a:pt x="341709" y="359648"/>
                  <a:pt x="346631" y="364569"/>
                </a:cubicBezTo>
                <a:cubicBezTo>
                  <a:pt x="351552" y="369491"/>
                  <a:pt x="359648" y="369491"/>
                  <a:pt x="364569" y="364569"/>
                </a:cubicBezTo>
                <a:lnTo>
                  <a:pt x="393700" y="335439"/>
                </a:lnTo>
                <a:lnTo>
                  <a:pt x="422831" y="364569"/>
                </a:lnTo>
                <a:cubicBezTo>
                  <a:pt x="427752" y="369491"/>
                  <a:pt x="435848" y="369491"/>
                  <a:pt x="440769" y="364569"/>
                </a:cubicBezTo>
                <a:cubicBezTo>
                  <a:pt x="445691" y="359648"/>
                  <a:pt x="445691" y="351552"/>
                  <a:pt x="440769" y="346631"/>
                </a:cubicBezTo>
                <a:lnTo>
                  <a:pt x="411639" y="317500"/>
                </a:lnTo>
                <a:lnTo>
                  <a:pt x="440769" y="288369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45500" y="2349500"/>
            <a:ext cx="285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Off-Grid Autonomy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45500" y="2730500"/>
            <a:ext cx="285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grid electricity needed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811000" y="2159000"/>
            <a:ext cx="3683000" cy="1460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65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636500" y="2349500"/>
            <a:ext cx="260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Fuel Cost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636500" y="2730500"/>
            <a:ext cx="2603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diesel fuel expenses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0" y="3810000"/>
            <a:ext cx="3937000" cy="1460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74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4094" y="5318"/>
                </a:moveTo>
                <a:cubicBezTo>
                  <a:pt x="379174" y="476"/>
                  <a:pt x="386556" y="-1270"/>
                  <a:pt x="393383" y="953"/>
                </a:cubicBezTo>
                <a:cubicBezTo>
                  <a:pt x="401161" y="3572"/>
                  <a:pt x="406400" y="10874"/>
                  <a:pt x="406400" y="19050"/>
                </a:cubicBezTo>
                <a:lnTo>
                  <a:pt x="406400" y="167402"/>
                </a:lnTo>
                <a:cubicBezTo>
                  <a:pt x="406400" y="271542"/>
                  <a:pt x="320596" y="355600"/>
                  <a:pt x="216853" y="355600"/>
                </a:cubicBezTo>
                <a:cubicBezTo>
                  <a:pt x="155734" y="355600"/>
                  <a:pt x="103029" y="316309"/>
                  <a:pt x="83899" y="261382"/>
                </a:cubicBezTo>
                <a:cubicBezTo>
                  <a:pt x="55801" y="285829"/>
                  <a:pt x="38100" y="321786"/>
                  <a:pt x="38100" y="361950"/>
                </a:cubicBezTo>
                <a:cubicBezTo>
                  <a:pt x="38100" y="372507"/>
                  <a:pt x="29607" y="381000"/>
                  <a:pt x="19050" y="381000"/>
                </a:cubicBezTo>
                <a:cubicBezTo>
                  <a:pt x="8493" y="381000"/>
                  <a:pt x="0" y="372507"/>
                  <a:pt x="0" y="361950"/>
                </a:cubicBezTo>
                <a:cubicBezTo>
                  <a:pt x="0" y="302498"/>
                  <a:pt x="30321" y="250111"/>
                  <a:pt x="76279" y="219313"/>
                </a:cubicBezTo>
                <a:cubicBezTo>
                  <a:pt x="104299" y="200581"/>
                  <a:pt x="137716" y="190500"/>
                  <a:pt x="171450" y="190500"/>
                </a:cubicBezTo>
                <a:lnTo>
                  <a:pt x="234950" y="190500"/>
                </a:lnTo>
                <a:cubicBezTo>
                  <a:pt x="245507" y="190500"/>
                  <a:pt x="254000" y="182007"/>
                  <a:pt x="254000" y="171450"/>
                </a:cubicBezTo>
                <a:cubicBezTo>
                  <a:pt x="254000" y="160893"/>
                  <a:pt x="245507" y="152400"/>
                  <a:pt x="234950" y="152400"/>
                </a:cubicBezTo>
                <a:lnTo>
                  <a:pt x="171450" y="152400"/>
                </a:lnTo>
                <a:cubicBezTo>
                  <a:pt x="139938" y="152400"/>
                  <a:pt x="110093" y="159385"/>
                  <a:pt x="83344" y="171847"/>
                </a:cubicBezTo>
                <a:cubicBezTo>
                  <a:pt x="101838" y="116284"/>
                  <a:pt x="154146" y="76200"/>
                  <a:pt x="215900" y="76200"/>
                </a:cubicBezTo>
                <a:cubicBezTo>
                  <a:pt x="268605" y="76200"/>
                  <a:pt x="307816" y="58658"/>
                  <a:pt x="333931" y="41275"/>
                </a:cubicBezTo>
                <a:cubicBezTo>
                  <a:pt x="349171" y="31115"/>
                  <a:pt x="362109" y="18971"/>
                  <a:pt x="374174" y="531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8445500" y="3873500"/>
            <a:ext cx="285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Eco-Friendly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45500" y="4381500"/>
            <a:ext cx="285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carbon emissions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11000" y="3810000"/>
            <a:ext cx="3683000" cy="1460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065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12636500" y="4000500"/>
            <a:ext cx="2603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Charging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636500" y="4381500"/>
            <a:ext cx="2603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overcharging and deep discharge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0" y="5461000"/>
            <a:ext cx="7874000" cy="1143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8925" y="552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57150"/>
                </a:moveTo>
                <a:cubicBezTo>
                  <a:pt x="351830" y="57150"/>
                  <a:pt x="428625" y="133945"/>
                  <a:pt x="428625" y="228600"/>
                </a:cubicBezTo>
                <a:cubicBezTo>
                  <a:pt x="428625" y="323255"/>
                  <a:pt x="351830" y="400050"/>
                  <a:pt x="257175" y="400050"/>
                </a:cubicBezTo>
                <a:cubicBezTo>
                  <a:pt x="198953" y="400050"/>
                  <a:pt x="147429" y="371029"/>
                  <a:pt x="116443" y="326559"/>
                </a:cubicBezTo>
                <a:cubicBezTo>
                  <a:pt x="107424" y="313611"/>
                  <a:pt x="89565" y="310485"/>
                  <a:pt x="76617" y="319504"/>
                </a:cubicBezTo>
                <a:cubicBezTo>
                  <a:pt x="63669" y="328523"/>
                  <a:pt x="60543" y="346383"/>
                  <a:pt x="69562" y="359331"/>
                </a:cubicBezTo>
                <a:cubicBezTo>
                  <a:pt x="110817" y="418445"/>
                  <a:pt x="179487" y="457200"/>
                  <a:pt x="257175" y="457200"/>
                </a:cubicBezTo>
                <a:cubicBezTo>
                  <a:pt x="383441" y="457200"/>
                  <a:pt x="485775" y="354866"/>
                  <a:pt x="485775" y="228600"/>
                </a:cubicBezTo>
                <a:cubicBezTo>
                  <a:pt x="485775" y="102334"/>
                  <a:pt x="383441" y="0"/>
                  <a:pt x="257175" y="0"/>
                </a:cubicBezTo>
                <a:cubicBezTo>
                  <a:pt x="180648" y="0"/>
                  <a:pt x="112961" y="37594"/>
                  <a:pt x="71438" y="95280"/>
                </a:cubicBezTo>
                <a:lnTo>
                  <a:pt x="71438" y="71438"/>
                </a:lnTo>
                <a:cubicBezTo>
                  <a:pt x="71438" y="55632"/>
                  <a:pt x="58668" y="42863"/>
                  <a:pt x="42863" y="42863"/>
                </a:cubicBezTo>
                <a:cubicBezTo>
                  <a:pt x="27057" y="42863"/>
                  <a:pt x="14288" y="55632"/>
                  <a:pt x="14288" y="71438"/>
                </a:cubicBezTo>
                <a:lnTo>
                  <a:pt x="14288" y="171450"/>
                </a:lnTo>
                <a:cubicBezTo>
                  <a:pt x="14288" y="187256"/>
                  <a:pt x="27057" y="200025"/>
                  <a:pt x="42863" y="200025"/>
                </a:cubicBezTo>
                <a:lnTo>
                  <a:pt x="64830" y="200025"/>
                </a:lnTo>
                <a:cubicBezTo>
                  <a:pt x="65276" y="200025"/>
                  <a:pt x="65723" y="200025"/>
                  <a:pt x="66169" y="200025"/>
                </a:cubicBezTo>
                <a:lnTo>
                  <a:pt x="142964" y="200025"/>
                </a:lnTo>
                <a:cubicBezTo>
                  <a:pt x="158770" y="200025"/>
                  <a:pt x="171539" y="187256"/>
                  <a:pt x="171539" y="171450"/>
                </a:cubicBezTo>
                <a:cubicBezTo>
                  <a:pt x="171539" y="155644"/>
                  <a:pt x="158770" y="142875"/>
                  <a:pt x="142964" y="142875"/>
                </a:cubicBezTo>
                <a:lnTo>
                  <a:pt x="108764" y="142875"/>
                </a:lnTo>
                <a:cubicBezTo>
                  <a:pt x="138321" y="91619"/>
                  <a:pt x="193774" y="57150"/>
                  <a:pt x="257175" y="57150"/>
                </a:cubicBezTo>
                <a:close/>
                <a:moveTo>
                  <a:pt x="278606" y="135731"/>
                </a:moveTo>
                <a:cubicBezTo>
                  <a:pt x="278606" y="123855"/>
                  <a:pt x="269051" y="114300"/>
                  <a:pt x="257175" y="114300"/>
                </a:cubicBezTo>
                <a:cubicBezTo>
                  <a:pt x="245299" y="114300"/>
                  <a:pt x="235744" y="123855"/>
                  <a:pt x="235744" y="135731"/>
                </a:cubicBezTo>
                <a:lnTo>
                  <a:pt x="235744" y="228600"/>
                </a:lnTo>
                <a:cubicBezTo>
                  <a:pt x="235744" y="234315"/>
                  <a:pt x="237976" y="239762"/>
                  <a:pt x="241995" y="243780"/>
                </a:cubicBezTo>
                <a:lnTo>
                  <a:pt x="306288" y="308074"/>
                </a:lnTo>
                <a:cubicBezTo>
                  <a:pt x="314682" y="316468"/>
                  <a:pt x="328255" y="316468"/>
                  <a:pt x="336560" y="308074"/>
                </a:cubicBezTo>
                <a:cubicBezTo>
                  <a:pt x="344865" y="299680"/>
                  <a:pt x="344954" y="286107"/>
                  <a:pt x="336560" y="277803"/>
                </a:cubicBezTo>
                <a:lnTo>
                  <a:pt x="278517" y="219760"/>
                </a:lnTo>
                <a:lnTo>
                  <a:pt x="278517" y="135731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72500" y="558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Continuous Operation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72500" y="59436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charges battery during daylight; battery powers system through night and cloudy periods</a:t>
            </a:r>
            <a:endParaRPr lang="en-US" sz="1600" dirty="0"/>
          </a:p>
        </p:txBody>
      </p:sp>
      <p:pic>
        <p:nvPicPr>
          <p:cNvPr id="45" name="Image 0" descr="https://kimi-img.moonshot.cn/pub/slides/okc/vuzoot5mtni2e/mnt/agents/output/solar_dewatering/images/6_Mining_Giant_Eyes_Solar_PV_Procurement.png"/>
          <p:cNvPicPr>
            <a:picLocks noChangeAspect="1"/>
          </p:cNvPicPr>
          <p:nvPr/>
        </p:nvPicPr>
        <p:blipFill>
          <a:blip r:embed="rId3"/>
          <a:srcRect t="10000" b="20000"/>
          <a:stretch/>
        </p:blipFill>
        <p:spPr>
          <a:xfrm>
            <a:off x="7620000" y="6731000"/>
            <a:ext cx="7874000" cy="1778000"/>
          </a:xfrm>
          <a:prstGeom prst="roundRect">
            <a:avLst>
              <a:gd name="adj" fmla="val 500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Text 44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9BC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Actual project prototype with all components assembled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8890000" cy="6858000"/>
          </a:xfrm>
          <a:prstGeom prst="roundRect">
            <a:avLst>
              <a:gd name="adj" fmla="val 5000"/>
            </a:avLst>
          </a:prstGeom>
          <a:solidFill>
            <a:srgbClr val="0F2A4A">
              <a:alpha val="37647"/>
            </a:srgbClr>
          </a:solidFill>
          <a:ln w="25400">
            <a:solidFill>
              <a:srgbClr val="00E5FF"/>
            </a:solidFill>
            <a:prstDash val="solid"/>
          </a:ln>
          <a:effectLst>
            <a:outerShdw blurRad="254000" dist="50800" dir="2700000" algn="bl" rotWithShape="0">
              <a:srgbClr val="00E5FF">
                <a:alpha val="12549"/>
              </a:srgbClr>
            </a:outerShdw>
          </a:effectLst>
        </p:spPr>
      </p:sp>
      <p:pic>
        <p:nvPicPr>
          <p:cNvPr id="6" name="Image 0" descr="https://kimi-img.moonshot.cn/pub/slides/okc/vuzoot5mtni2e/mnt/agents/output/solar_dewatering/images/hardware_setup.png"/>
          <p:cNvPicPr>
            <a:picLocks noChangeAspect="1"/>
          </p:cNvPicPr>
          <p:nvPr/>
        </p:nvPicPr>
        <p:blipFill>
          <a:blip r:embed="rId3"/>
          <a:srcRect l="-21324" r="-21324"/>
          <a:stretch/>
        </p:blipFill>
        <p:spPr>
          <a:xfrm>
            <a:off x="889000" y="1778000"/>
            <a:ext cx="8636000" cy="6604000"/>
          </a:xfrm>
          <a:prstGeom prst="roundRect">
            <a:avLst>
              <a:gd name="adj" fmla="val 4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0033000" y="165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LABELS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33000" y="20955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60000" y="219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541000" y="2095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UNO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827000" y="20955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54000" y="219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57150"/>
                </a:moveTo>
                <a:lnTo>
                  <a:pt x="266700" y="209550"/>
                </a:lnTo>
                <a:lnTo>
                  <a:pt x="38100" y="209550"/>
                </a:lnTo>
                <a:lnTo>
                  <a:pt x="38100" y="57150"/>
                </a:lnTo>
                <a:lnTo>
                  <a:pt x="266700" y="57150"/>
                </a:lnTo>
                <a:close/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3" name="Text 10"/>
          <p:cNvSpPr/>
          <p:nvPr/>
        </p:nvSpPr>
        <p:spPr>
          <a:xfrm>
            <a:off x="13335000" y="2095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LCD Display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033000" y="27940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198100" y="2895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14300" y="304800"/>
                </a:moveTo>
                <a:cubicBezTo>
                  <a:pt x="51197" y="304800"/>
                  <a:pt x="0" y="253603"/>
                  <a:pt x="0" y="190500"/>
                </a:cubicBezTo>
                <a:cubicBezTo>
                  <a:pt x="0" y="136208"/>
                  <a:pt x="77510" y="27325"/>
                  <a:pt x="99179" y="-2084"/>
                </a:cubicBezTo>
                <a:cubicBezTo>
                  <a:pt x="102691" y="-6846"/>
                  <a:pt x="108228" y="-9525"/>
                  <a:pt x="114181" y="-9525"/>
                </a:cubicBezTo>
                <a:lnTo>
                  <a:pt x="114419" y="-9525"/>
                </a:lnTo>
                <a:cubicBezTo>
                  <a:pt x="120372" y="-9525"/>
                  <a:pt x="125909" y="-6846"/>
                  <a:pt x="129421" y="-2084"/>
                </a:cubicBezTo>
                <a:cubicBezTo>
                  <a:pt x="151090" y="27325"/>
                  <a:pt x="228600" y="136208"/>
                  <a:pt x="228600" y="190500"/>
                </a:cubicBezTo>
                <a:cubicBezTo>
                  <a:pt x="228600" y="253603"/>
                  <a:pt x="177403" y="304800"/>
                  <a:pt x="114300" y="304800"/>
                </a:cubicBezTo>
                <a:close/>
                <a:moveTo>
                  <a:pt x="66675" y="185738"/>
                </a:moveTo>
                <a:cubicBezTo>
                  <a:pt x="66675" y="177820"/>
                  <a:pt x="60305" y="171450"/>
                  <a:pt x="52388" y="171450"/>
                </a:cubicBezTo>
                <a:cubicBezTo>
                  <a:pt x="44470" y="171450"/>
                  <a:pt x="38100" y="177820"/>
                  <a:pt x="38100" y="185738"/>
                </a:cubicBezTo>
                <a:cubicBezTo>
                  <a:pt x="38100" y="230445"/>
                  <a:pt x="74355" y="266700"/>
                  <a:pt x="119062" y="266700"/>
                </a:cubicBezTo>
                <a:cubicBezTo>
                  <a:pt x="126980" y="266700"/>
                  <a:pt x="133350" y="260330"/>
                  <a:pt x="133350" y="252413"/>
                </a:cubicBezTo>
                <a:cubicBezTo>
                  <a:pt x="133350" y="244495"/>
                  <a:pt x="126980" y="238125"/>
                  <a:pt x="119062" y="238125"/>
                </a:cubicBezTo>
                <a:cubicBezTo>
                  <a:pt x="90130" y="238125"/>
                  <a:pt x="66675" y="214670"/>
                  <a:pt x="66675" y="18573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41000" y="2794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Sensor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827000" y="27940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934950" y="2895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38100"/>
                </a:moveTo>
                <a:cubicBezTo>
                  <a:pt x="51197" y="38100"/>
                  <a:pt x="0" y="89297"/>
                  <a:pt x="0" y="152400"/>
                </a:cubicBezTo>
                <a:cubicBezTo>
                  <a:pt x="0" y="215503"/>
                  <a:pt x="51197" y="266700"/>
                  <a:pt x="114300" y="266700"/>
                </a:cubicBezTo>
                <a:lnTo>
                  <a:pt x="228600" y="266700"/>
                </a:lnTo>
                <a:cubicBezTo>
                  <a:pt x="291703" y="266700"/>
                  <a:pt x="342900" y="215503"/>
                  <a:pt x="342900" y="152400"/>
                </a:cubicBezTo>
                <a:cubicBezTo>
                  <a:pt x="342900" y="89297"/>
                  <a:pt x="291703" y="38100"/>
                  <a:pt x="228600" y="38100"/>
                </a:cubicBezTo>
                <a:lnTo>
                  <a:pt x="114300" y="38100"/>
                </a:lnTo>
                <a:close/>
                <a:moveTo>
                  <a:pt x="228600" y="95250"/>
                </a:moveTo>
                <a:cubicBezTo>
                  <a:pt x="260142" y="95250"/>
                  <a:pt x="285750" y="120858"/>
                  <a:pt x="285750" y="152400"/>
                </a:cubicBezTo>
                <a:cubicBezTo>
                  <a:pt x="285750" y="183942"/>
                  <a:pt x="260142" y="209550"/>
                  <a:pt x="228600" y="209550"/>
                </a:cubicBezTo>
                <a:cubicBezTo>
                  <a:pt x="197058" y="209550"/>
                  <a:pt x="171450" y="183942"/>
                  <a:pt x="171450" y="152400"/>
                </a:cubicBezTo>
                <a:cubicBezTo>
                  <a:pt x="171450" y="120858"/>
                  <a:pt x="197058" y="95250"/>
                  <a:pt x="228600" y="9525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9" name="Text 16"/>
          <p:cNvSpPr/>
          <p:nvPr/>
        </p:nvSpPr>
        <p:spPr>
          <a:xfrm>
            <a:off x="13335000" y="2794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Relay Module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033000" y="34925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40950" y="3594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6085" y="-6013"/>
                </a:moveTo>
                <a:cubicBezTo>
                  <a:pt x="110490" y="-7858"/>
                  <a:pt x="115491" y="-7322"/>
                  <a:pt x="119479" y="-4703"/>
                </a:cubicBezTo>
                <a:lnTo>
                  <a:pt x="171748" y="29944"/>
                </a:lnTo>
                <a:lnTo>
                  <a:pt x="224016" y="-4703"/>
                </a:lnTo>
                <a:cubicBezTo>
                  <a:pt x="228005" y="-7322"/>
                  <a:pt x="233005" y="-7799"/>
                  <a:pt x="237411" y="-6013"/>
                </a:cubicBezTo>
                <a:cubicBezTo>
                  <a:pt x="241816" y="-4227"/>
                  <a:pt x="244912" y="-298"/>
                  <a:pt x="245864" y="4346"/>
                </a:cubicBezTo>
                <a:lnTo>
                  <a:pt x="258306" y="65782"/>
                </a:lnTo>
                <a:lnTo>
                  <a:pt x="319742" y="78224"/>
                </a:lnTo>
                <a:cubicBezTo>
                  <a:pt x="324386" y="79177"/>
                  <a:pt x="328315" y="82391"/>
                  <a:pt x="330101" y="86737"/>
                </a:cubicBezTo>
                <a:cubicBezTo>
                  <a:pt x="331887" y="91083"/>
                  <a:pt x="331410" y="96143"/>
                  <a:pt x="328791" y="100132"/>
                </a:cubicBezTo>
                <a:lnTo>
                  <a:pt x="294144" y="152400"/>
                </a:lnTo>
                <a:lnTo>
                  <a:pt x="328791" y="204668"/>
                </a:lnTo>
                <a:cubicBezTo>
                  <a:pt x="331410" y="208657"/>
                  <a:pt x="331887" y="213658"/>
                  <a:pt x="330101" y="218063"/>
                </a:cubicBezTo>
                <a:cubicBezTo>
                  <a:pt x="328315" y="222468"/>
                  <a:pt x="324386" y="225683"/>
                  <a:pt x="319742" y="226576"/>
                </a:cubicBezTo>
                <a:lnTo>
                  <a:pt x="258247" y="238958"/>
                </a:lnTo>
                <a:lnTo>
                  <a:pt x="245864" y="300454"/>
                </a:lnTo>
                <a:cubicBezTo>
                  <a:pt x="244912" y="305098"/>
                  <a:pt x="241697" y="309027"/>
                  <a:pt x="237351" y="310813"/>
                </a:cubicBezTo>
                <a:cubicBezTo>
                  <a:pt x="233005" y="312599"/>
                  <a:pt x="227945" y="312122"/>
                  <a:pt x="223957" y="309503"/>
                </a:cubicBezTo>
                <a:lnTo>
                  <a:pt x="171688" y="274856"/>
                </a:lnTo>
                <a:lnTo>
                  <a:pt x="119420" y="309503"/>
                </a:lnTo>
                <a:cubicBezTo>
                  <a:pt x="115431" y="312122"/>
                  <a:pt x="110430" y="312599"/>
                  <a:pt x="106025" y="310813"/>
                </a:cubicBezTo>
                <a:cubicBezTo>
                  <a:pt x="101620" y="309027"/>
                  <a:pt x="98405" y="305098"/>
                  <a:pt x="97512" y="300454"/>
                </a:cubicBezTo>
                <a:lnTo>
                  <a:pt x="85130" y="238958"/>
                </a:lnTo>
                <a:lnTo>
                  <a:pt x="23634" y="226516"/>
                </a:lnTo>
                <a:cubicBezTo>
                  <a:pt x="18990" y="225564"/>
                  <a:pt x="15061" y="222349"/>
                  <a:pt x="13275" y="218003"/>
                </a:cubicBezTo>
                <a:cubicBezTo>
                  <a:pt x="11490" y="213658"/>
                  <a:pt x="11966" y="208597"/>
                  <a:pt x="14585" y="204609"/>
                </a:cubicBezTo>
                <a:lnTo>
                  <a:pt x="49232" y="152400"/>
                </a:lnTo>
                <a:lnTo>
                  <a:pt x="14585" y="100132"/>
                </a:lnTo>
                <a:cubicBezTo>
                  <a:pt x="11966" y="96143"/>
                  <a:pt x="11490" y="91142"/>
                  <a:pt x="13275" y="86737"/>
                </a:cubicBezTo>
                <a:cubicBezTo>
                  <a:pt x="15061" y="82332"/>
                  <a:pt x="18990" y="79117"/>
                  <a:pt x="23634" y="78224"/>
                </a:cubicBezTo>
                <a:lnTo>
                  <a:pt x="85130" y="65842"/>
                </a:lnTo>
                <a:lnTo>
                  <a:pt x="97572" y="4346"/>
                </a:lnTo>
                <a:cubicBezTo>
                  <a:pt x="98524" y="-298"/>
                  <a:pt x="101739" y="-4227"/>
                  <a:pt x="106085" y="-6013"/>
                </a:cubicBezTo>
                <a:close/>
                <a:moveTo>
                  <a:pt x="123587" y="152400"/>
                </a:moveTo>
                <a:cubicBezTo>
                  <a:pt x="123587" y="135300"/>
                  <a:pt x="132710" y="119499"/>
                  <a:pt x="147518" y="110949"/>
                </a:cubicBezTo>
                <a:cubicBezTo>
                  <a:pt x="162327" y="102399"/>
                  <a:pt x="180573" y="102399"/>
                  <a:pt x="195382" y="110949"/>
                </a:cubicBezTo>
                <a:cubicBezTo>
                  <a:pt x="210190" y="119499"/>
                  <a:pt x="219313" y="135300"/>
                  <a:pt x="219313" y="152400"/>
                </a:cubicBezTo>
                <a:cubicBezTo>
                  <a:pt x="219313" y="178816"/>
                  <a:pt x="197866" y="200263"/>
                  <a:pt x="171450" y="200263"/>
                </a:cubicBezTo>
                <a:cubicBezTo>
                  <a:pt x="145034" y="200263"/>
                  <a:pt x="123587" y="178816"/>
                  <a:pt x="123587" y="152400"/>
                </a:cubicBezTo>
                <a:close/>
                <a:moveTo>
                  <a:pt x="247888" y="152400"/>
                </a:moveTo>
                <a:cubicBezTo>
                  <a:pt x="247888" y="110213"/>
                  <a:pt x="213637" y="75962"/>
                  <a:pt x="171450" y="75962"/>
                </a:cubicBezTo>
                <a:cubicBezTo>
                  <a:pt x="129263" y="75962"/>
                  <a:pt x="95012" y="110213"/>
                  <a:pt x="95012" y="152400"/>
                </a:cubicBezTo>
                <a:cubicBezTo>
                  <a:pt x="95012" y="179709"/>
                  <a:pt x="109581" y="204943"/>
                  <a:pt x="133231" y="218597"/>
                </a:cubicBezTo>
                <a:cubicBezTo>
                  <a:pt x="156881" y="232252"/>
                  <a:pt x="186019" y="232252"/>
                  <a:pt x="209669" y="218597"/>
                </a:cubicBezTo>
                <a:cubicBezTo>
                  <a:pt x="233319" y="204943"/>
                  <a:pt x="247888" y="179709"/>
                  <a:pt x="247888" y="1524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541000" y="3492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Panel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827000" y="34925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915900" y="3594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14325" y="76200"/>
                </a:moveTo>
                <a:cubicBezTo>
                  <a:pt x="319564" y="76200"/>
                  <a:pt x="323850" y="80486"/>
                  <a:pt x="323850" y="85725"/>
                </a:cubicBezTo>
                <a:lnTo>
                  <a:pt x="323850" y="219075"/>
                </a:lnTo>
                <a:cubicBezTo>
                  <a:pt x="323850" y="224314"/>
                  <a:pt x="319564" y="228600"/>
                  <a:pt x="314325" y="228600"/>
                </a:cubicBezTo>
                <a:lnTo>
                  <a:pt x="66675" y="228600"/>
                </a:lnTo>
                <a:cubicBezTo>
                  <a:pt x="61436" y="228600"/>
                  <a:pt x="57150" y="224314"/>
                  <a:pt x="57150" y="219075"/>
                </a:cubicBezTo>
                <a:lnTo>
                  <a:pt x="57150" y="85725"/>
                </a:lnTo>
                <a:cubicBezTo>
                  <a:pt x="57150" y="80486"/>
                  <a:pt x="61436" y="76200"/>
                  <a:pt x="66675" y="76200"/>
                </a:cubicBezTo>
                <a:lnTo>
                  <a:pt x="314325" y="76200"/>
                </a:lnTo>
                <a:close/>
                <a:moveTo>
                  <a:pt x="66675" y="38100"/>
                </a:moveTo>
                <a:cubicBezTo>
                  <a:pt x="40362" y="38100"/>
                  <a:pt x="19050" y="59412"/>
                  <a:pt x="19050" y="85725"/>
                </a:cubicBezTo>
                <a:lnTo>
                  <a:pt x="19050" y="219075"/>
                </a:lnTo>
                <a:cubicBezTo>
                  <a:pt x="19050" y="245388"/>
                  <a:pt x="40362" y="266700"/>
                  <a:pt x="66675" y="266700"/>
                </a:cubicBezTo>
                <a:lnTo>
                  <a:pt x="314325" y="266700"/>
                </a:lnTo>
                <a:cubicBezTo>
                  <a:pt x="340638" y="266700"/>
                  <a:pt x="361950" y="245388"/>
                  <a:pt x="361950" y="219075"/>
                </a:cubicBezTo>
                <a:lnTo>
                  <a:pt x="361950" y="190500"/>
                </a:lnTo>
                <a:cubicBezTo>
                  <a:pt x="372487" y="190500"/>
                  <a:pt x="381000" y="181987"/>
                  <a:pt x="381000" y="17145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lnTo>
                  <a:pt x="361950" y="85725"/>
                </a:lnTo>
                <a:cubicBezTo>
                  <a:pt x="361950" y="59412"/>
                  <a:pt x="340638" y="38100"/>
                  <a:pt x="314325" y="38100"/>
                </a:cubicBezTo>
                <a:lnTo>
                  <a:pt x="66675" y="38100"/>
                </a:lnTo>
                <a:close/>
                <a:moveTo>
                  <a:pt x="100013" y="104775"/>
                </a:moveTo>
                <a:cubicBezTo>
                  <a:pt x="92095" y="104775"/>
                  <a:pt x="85725" y="111145"/>
                  <a:pt x="85725" y="119062"/>
                </a:cubicBezTo>
                <a:lnTo>
                  <a:pt x="85725" y="185738"/>
                </a:lnTo>
                <a:cubicBezTo>
                  <a:pt x="85725" y="193655"/>
                  <a:pt x="92095" y="200025"/>
                  <a:pt x="100013" y="200025"/>
                </a:cubicBezTo>
                <a:lnTo>
                  <a:pt x="280987" y="200025"/>
                </a:lnTo>
                <a:cubicBezTo>
                  <a:pt x="288905" y="200025"/>
                  <a:pt x="295275" y="193655"/>
                  <a:pt x="295275" y="185738"/>
                </a:cubicBezTo>
                <a:lnTo>
                  <a:pt x="295275" y="119062"/>
                </a:lnTo>
                <a:cubicBezTo>
                  <a:pt x="295275" y="111145"/>
                  <a:pt x="288905" y="104775"/>
                  <a:pt x="280987" y="104775"/>
                </a:cubicBezTo>
                <a:lnTo>
                  <a:pt x="100013" y="10477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5" name="Text 22"/>
          <p:cNvSpPr/>
          <p:nvPr/>
        </p:nvSpPr>
        <p:spPr>
          <a:xfrm>
            <a:off x="13335000" y="34925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33000" y="41910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600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cubicBezTo>
                  <a:pt x="143887" y="19050"/>
                  <a:pt x="152400" y="27563"/>
                  <a:pt x="15240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152400" y="76200"/>
                </a:lnTo>
                <a:lnTo>
                  <a:pt x="152400" y="114300"/>
                </a:lnTo>
                <a:lnTo>
                  <a:pt x="163532" y="114300"/>
                </a:lnTo>
                <a:cubicBezTo>
                  <a:pt x="168592" y="114300"/>
                  <a:pt x="173415" y="116324"/>
                  <a:pt x="176986" y="119896"/>
                </a:cubicBezTo>
                <a:lnTo>
                  <a:pt x="190440" y="133350"/>
                </a:lnTo>
                <a:lnTo>
                  <a:pt x="209490" y="133350"/>
                </a:lnTo>
                <a:cubicBezTo>
                  <a:pt x="262116" y="133350"/>
                  <a:pt x="304740" y="175974"/>
                  <a:pt x="304740" y="228600"/>
                </a:cubicBezTo>
                <a:cubicBezTo>
                  <a:pt x="304740" y="239137"/>
                  <a:pt x="296228" y="247650"/>
                  <a:pt x="285690" y="247650"/>
                </a:cubicBezTo>
                <a:lnTo>
                  <a:pt x="247590" y="247650"/>
                </a:lnTo>
                <a:cubicBezTo>
                  <a:pt x="237053" y="247650"/>
                  <a:pt x="228540" y="239137"/>
                  <a:pt x="228540" y="228600"/>
                </a:cubicBezTo>
                <a:cubicBezTo>
                  <a:pt x="228540" y="218063"/>
                  <a:pt x="220028" y="209550"/>
                  <a:pt x="209490" y="209550"/>
                </a:cubicBezTo>
                <a:lnTo>
                  <a:pt x="188000" y="209550"/>
                </a:lnTo>
                <a:cubicBezTo>
                  <a:pt x="175974" y="226814"/>
                  <a:pt x="155912" y="238125"/>
                  <a:pt x="133290" y="238125"/>
                </a:cubicBezTo>
                <a:cubicBezTo>
                  <a:pt x="110669" y="238125"/>
                  <a:pt x="90607" y="226814"/>
                  <a:pt x="78581" y="209550"/>
                </a:cubicBezTo>
                <a:lnTo>
                  <a:pt x="19050" y="209550"/>
                </a:lnTo>
                <a:cubicBezTo>
                  <a:pt x="8513" y="209550"/>
                  <a:pt x="0" y="201037"/>
                  <a:pt x="0" y="190500"/>
                </a:cubicBezTo>
                <a:lnTo>
                  <a:pt x="0" y="152400"/>
                </a:lnTo>
                <a:cubicBezTo>
                  <a:pt x="0" y="141863"/>
                  <a:pt x="8513" y="133350"/>
                  <a:pt x="19050" y="133350"/>
                </a:cubicBezTo>
                <a:lnTo>
                  <a:pt x="76200" y="133350"/>
                </a:lnTo>
                <a:lnTo>
                  <a:pt x="89654" y="119896"/>
                </a:lnTo>
                <a:cubicBezTo>
                  <a:pt x="93226" y="116324"/>
                  <a:pt x="98048" y="114300"/>
                  <a:pt x="103108" y="114300"/>
                </a:cubicBezTo>
                <a:lnTo>
                  <a:pt x="114240" y="114300"/>
                </a:lnTo>
                <a:lnTo>
                  <a:pt x="114240" y="76200"/>
                </a:lnTo>
                <a:lnTo>
                  <a:pt x="57090" y="76200"/>
                </a:lnTo>
                <a:cubicBezTo>
                  <a:pt x="46553" y="76200"/>
                  <a:pt x="38040" y="67687"/>
                  <a:pt x="38040" y="57150"/>
                </a:cubicBezTo>
                <a:cubicBezTo>
                  <a:pt x="38040" y="46613"/>
                  <a:pt x="46613" y="38100"/>
                  <a:pt x="57150" y="381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8" name="Text 25"/>
          <p:cNvSpPr/>
          <p:nvPr/>
        </p:nvSpPr>
        <p:spPr>
          <a:xfrm>
            <a:off x="10541000" y="4191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Submersible Pump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827000" y="4191000"/>
            <a:ext cx="2667000" cy="5334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973050" y="4292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1" name="Text 28"/>
          <p:cNvSpPr/>
          <p:nvPr/>
        </p:nvSpPr>
        <p:spPr>
          <a:xfrm>
            <a:off x="13335000" y="4191000"/>
            <a:ext cx="203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 Converter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033000" y="5080000"/>
            <a:ext cx="5461000" cy="342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2870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4" name="Text 31"/>
          <p:cNvSpPr/>
          <p:nvPr/>
        </p:nvSpPr>
        <p:spPr>
          <a:xfrm>
            <a:off x="10769600" y="527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Summary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287000" y="5715000"/>
            <a:ext cx="4953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3"/>
          <p:cNvSpPr/>
          <p:nvPr/>
        </p:nvSpPr>
        <p:spPr>
          <a:xfrm>
            <a:off x="10287000" y="5905500"/>
            <a:ext cx="495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Standalone embedded hardware platform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Solar power + battery energy storage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Water level sensing + auto pump control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I2C LCD for on-site visual monitoring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Serial output for remote diagnostics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Breadboard-based modular assembly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connections using jumper wires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8" name="Text 35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9BC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testing and validation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500" y="18034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8034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76500" y="18034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Startup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286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5016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9500" y="23241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Dewatering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Initialising..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38500" y="2286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=== Solar Dewatering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Ready ===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651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5500" y="18034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0" y="18034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29500" y="18034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Idle (Water LOW)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2286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5016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2500" y="23241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Pump: OFF [sleep]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Water:245 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91500" y="2286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Level: 245 → LOW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idle...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1651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58500" y="18034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858500" y="18034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82500" y="18034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Filter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2286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5016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85500" y="23241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Pump: OFF [sleep]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Water:723 [1/3]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144500" y="2286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Confirming... (1/3)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(2/3) → (3/3)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064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500" y="42164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42164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76500" y="42164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Active (Water HIGH)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4699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5016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9500" y="47371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Pump: ON [wave]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Water:715 HIGH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38500" y="4699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&gt;&gt;&gt; Pump ON (Water HIGH)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running...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0" y="4064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5500" y="42164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05500" y="42164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29500" y="42164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Falls - Pump OFF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69000" y="4699000"/>
            <a:ext cx="2032000" cy="698500"/>
          </a:xfrm>
          <a:prstGeom prst="roundRect">
            <a:avLst>
              <a:gd name="adj" fmla="val 5000"/>
            </a:avLst>
          </a:prstGeom>
          <a:solidFill>
            <a:srgbClr val="2D5016"/>
          </a:solidFill>
          <a:ln w="12700">
            <a:solidFill>
              <a:srgbClr val="4A7C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2500" y="47371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Pump: OFF [sleep]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90EE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Water:261 LOW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91500" y="4699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&gt;&gt;&gt; Pump OFF (Water LOW)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7A9B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idle...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68000" y="40640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00E5FF">
              <a:alpha val="8235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5095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985500" y="4953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SUCCESSFUL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85500" y="5397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dewatering demonstrated successfully with accurate threshold-based pump control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6477000"/>
            <a:ext cx="14732000" cy="2159000"/>
          </a:xfrm>
          <a:prstGeom prst="roundRect">
            <a:avLst>
              <a:gd name="adj" fmla="val 4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60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6" name="Text 44"/>
          <p:cNvSpPr/>
          <p:nvPr/>
        </p:nvSpPr>
        <p:spPr>
          <a:xfrm>
            <a:off x="1498600" y="666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Summary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16000" y="7112000"/>
            <a:ext cx="14224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1016000" y="7302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initialized correctly with splash screen display   </a:t>
            </a: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Accurate water level readings (0-1023 ADC range)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Confirmation filter successfully prevents false triggering (3 cycles)   </a:t>
            </a: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Pump activates at HIGH threshold (700) and deactivates at LOW (300)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LCD displays real-time status with custom icons   </a:t>
            </a: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Serial monitor provides complete operational logging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10414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00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879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184400"/>
            <a:ext cx="603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Affordable components with minimal operational expenditure compared to diesel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46400"/>
            <a:ext cx="7112000" cy="10414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200" y="317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Operation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7500" y="3403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autonomous monitoring and control with zero human intervention required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937000"/>
            <a:ext cx="7112000" cy="952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600" y="4165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96679" y="25400"/>
                </a:moveTo>
                <a:cubicBezTo>
                  <a:pt x="72866" y="25400"/>
                  <a:pt x="52229" y="41910"/>
                  <a:pt x="47069" y="65167"/>
                </a:cubicBezTo>
                <a:lnTo>
                  <a:pt x="7620" y="242967"/>
                </a:lnTo>
                <a:cubicBezTo>
                  <a:pt x="556" y="274717"/>
                  <a:pt x="24686" y="304800"/>
                  <a:pt x="57150" y="304800"/>
                </a:cubicBezTo>
                <a:lnTo>
                  <a:pt x="203279" y="304800"/>
                </a:lnTo>
                <a:lnTo>
                  <a:pt x="203279" y="355600"/>
                </a:lnTo>
                <a:lnTo>
                  <a:pt x="152479" y="355600"/>
                </a:lnTo>
                <a:cubicBezTo>
                  <a:pt x="138430" y="355600"/>
                  <a:pt x="127079" y="366951"/>
                  <a:pt x="127079" y="381000"/>
                </a:cubicBezTo>
                <a:cubicBezTo>
                  <a:pt x="127079" y="395049"/>
                  <a:pt x="138430" y="406400"/>
                  <a:pt x="152479" y="406400"/>
                </a:cubicBezTo>
                <a:lnTo>
                  <a:pt x="304879" y="406400"/>
                </a:lnTo>
                <a:cubicBezTo>
                  <a:pt x="318929" y="406400"/>
                  <a:pt x="330279" y="395049"/>
                  <a:pt x="330279" y="381000"/>
                </a:cubicBezTo>
                <a:cubicBezTo>
                  <a:pt x="330279" y="366951"/>
                  <a:pt x="318929" y="355600"/>
                  <a:pt x="304879" y="355600"/>
                </a:cubicBezTo>
                <a:lnTo>
                  <a:pt x="254079" y="355600"/>
                </a:lnTo>
                <a:lnTo>
                  <a:pt x="254079" y="304800"/>
                </a:lnTo>
                <a:lnTo>
                  <a:pt x="400209" y="304800"/>
                </a:lnTo>
                <a:cubicBezTo>
                  <a:pt x="432673" y="304800"/>
                  <a:pt x="456883" y="274717"/>
                  <a:pt x="449818" y="242967"/>
                </a:cubicBezTo>
                <a:lnTo>
                  <a:pt x="410289" y="65167"/>
                </a:lnTo>
                <a:cubicBezTo>
                  <a:pt x="405130" y="41910"/>
                  <a:pt x="384572" y="25400"/>
                  <a:pt x="360759" y="25400"/>
                </a:cubicBezTo>
                <a:lnTo>
                  <a:pt x="96679" y="25400"/>
                </a:lnTo>
                <a:close/>
                <a:moveTo>
                  <a:pt x="194945" y="76200"/>
                </a:moveTo>
                <a:lnTo>
                  <a:pt x="262573" y="76200"/>
                </a:lnTo>
                <a:lnTo>
                  <a:pt x="268367" y="146050"/>
                </a:lnTo>
                <a:lnTo>
                  <a:pt x="189151" y="146050"/>
                </a:lnTo>
                <a:lnTo>
                  <a:pt x="194945" y="76200"/>
                </a:lnTo>
                <a:close/>
                <a:moveTo>
                  <a:pt x="150892" y="146050"/>
                </a:moveTo>
                <a:lnTo>
                  <a:pt x="81201" y="146050"/>
                </a:lnTo>
                <a:lnTo>
                  <a:pt x="96758" y="76200"/>
                </a:lnTo>
                <a:lnTo>
                  <a:pt x="156766" y="76200"/>
                </a:lnTo>
                <a:lnTo>
                  <a:pt x="150971" y="146050"/>
                </a:lnTo>
                <a:close/>
                <a:moveTo>
                  <a:pt x="72708" y="184150"/>
                </a:moveTo>
                <a:lnTo>
                  <a:pt x="147717" y="184150"/>
                </a:lnTo>
                <a:lnTo>
                  <a:pt x="141922" y="254000"/>
                </a:lnTo>
                <a:lnTo>
                  <a:pt x="57229" y="254000"/>
                </a:lnTo>
                <a:lnTo>
                  <a:pt x="72787" y="184150"/>
                </a:lnTo>
                <a:close/>
                <a:moveTo>
                  <a:pt x="185896" y="184150"/>
                </a:moveTo>
                <a:lnTo>
                  <a:pt x="271463" y="184150"/>
                </a:lnTo>
                <a:lnTo>
                  <a:pt x="277257" y="254000"/>
                </a:lnTo>
                <a:lnTo>
                  <a:pt x="180023" y="254000"/>
                </a:lnTo>
                <a:lnTo>
                  <a:pt x="185817" y="184150"/>
                </a:lnTo>
                <a:close/>
                <a:moveTo>
                  <a:pt x="309721" y="184150"/>
                </a:moveTo>
                <a:lnTo>
                  <a:pt x="384731" y="184150"/>
                </a:lnTo>
                <a:lnTo>
                  <a:pt x="400288" y="254000"/>
                </a:lnTo>
                <a:lnTo>
                  <a:pt x="315595" y="254000"/>
                </a:lnTo>
                <a:lnTo>
                  <a:pt x="309801" y="184150"/>
                </a:lnTo>
                <a:close/>
                <a:moveTo>
                  <a:pt x="376238" y="146050"/>
                </a:moveTo>
                <a:lnTo>
                  <a:pt x="306546" y="146050"/>
                </a:lnTo>
                <a:lnTo>
                  <a:pt x="300752" y="76200"/>
                </a:lnTo>
                <a:lnTo>
                  <a:pt x="360759" y="76200"/>
                </a:lnTo>
                <a:lnTo>
                  <a:pt x="376317" y="14605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4038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Energy Based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87500" y="4381500"/>
            <a:ext cx="603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Solar-powered with zero carbon emissions and no fossil fuel dependency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16500"/>
            <a:ext cx="7112000" cy="952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5245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51181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&amp; Safe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7500" y="5461000"/>
            <a:ext cx="603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filter eliminates false triggers; relay provides electrical isolation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096000"/>
            <a:ext cx="7112000" cy="9525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" y="6324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4336" y="78264"/>
                </a:moveTo>
                <a:cubicBezTo>
                  <a:pt x="410369" y="72231"/>
                  <a:pt x="420449" y="73739"/>
                  <a:pt x="423466" y="81677"/>
                </a:cubicBezTo>
                <a:cubicBezTo>
                  <a:pt x="428863" y="95726"/>
                  <a:pt x="431800" y="111046"/>
                  <a:pt x="431800" y="127000"/>
                </a:cubicBezTo>
                <a:cubicBezTo>
                  <a:pt x="431800" y="197168"/>
                  <a:pt x="374968" y="254000"/>
                  <a:pt x="304800" y="254000"/>
                </a:cubicBezTo>
                <a:cubicBezTo>
                  <a:pt x="290909" y="254000"/>
                  <a:pt x="277495" y="251777"/>
                  <a:pt x="264954" y="247650"/>
                </a:cubicBezTo>
                <a:lnTo>
                  <a:pt x="116602" y="396002"/>
                </a:lnTo>
                <a:cubicBezTo>
                  <a:pt x="94298" y="418306"/>
                  <a:pt x="58103" y="418306"/>
                  <a:pt x="35798" y="396002"/>
                </a:cubicBezTo>
                <a:cubicBezTo>
                  <a:pt x="13494" y="373697"/>
                  <a:pt x="13494" y="337502"/>
                  <a:pt x="35798" y="315198"/>
                </a:cubicBezTo>
                <a:lnTo>
                  <a:pt x="184150" y="166846"/>
                </a:lnTo>
                <a:cubicBezTo>
                  <a:pt x="180023" y="154305"/>
                  <a:pt x="177800" y="140970"/>
                  <a:pt x="177800" y="127000"/>
                </a:cubicBezTo>
                <a:cubicBezTo>
                  <a:pt x="177800" y="56832"/>
                  <a:pt x="234633" y="0"/>
                  <a:pt x="304800" y="0"/>
                </a:cubicBezTo>
                <a:cubicBezTo>
                  <a:pt x="320754" y="0"/>
                  <a:pt x="336074" y="2937"/>
                  <a:pt x="350123" y="8334"/>
                </a:cubicBezTo>
                <a:cubicBezTo>
                  <a:pt x="358061" y="11351"/>
                  <a:pt x="359489" y="21431"/>
                  <a:pt x="353536" y="27464"/>
                </a:cubicBezTo>
                <a:lnTo>
                  <a:pt x="283131" y="97869"/>
                </a:lnTo>
                <a:cubicBezTo>
                  <a:pt x="280749" y="100251"/>
                  <a:pt x="279400" y="103505"/>
                  <a:pt x="279400" y="106839"/>
                </a:cubicBezTo>
                <a:lnTo>
                  <a:pt x="279400" y="139700"/>
                </a:lnTo>
                <a:cubicBezTo>
                  <a:pt x="279400" y="146685"/>
                  <a:pt x="285115" y="152400"/>
                  <a:pt x="292100" y="152400"/>
                </a:cubicBezTo>
                <a:lnTo>
                  <a:pt x="324961" y="152400"/>
                </a:lnTo>
                <a:cubicBezTo>
                  <a:pt x="328295" y="152400"/>
                  <a:pt x="331549" y="151051"/>
                  <a:pt x="333931" y="148669"/>
                </a:cubicBezTo>
                <a:lnTo>
                  <a:pt x="404336" y="78264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619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Maintenance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87500" y="6540500"/>
            <a:ext cx="603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moving parts; solar panels require only occasional cleaning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17780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99500" y="200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190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Mining Operations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34500" y="2260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Underground and open-pit mine dewatering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29845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6650" y="32131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34500" y="311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Construction Sites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34500" y="34671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pit and excavation dewatering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41910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995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6653" y="110817"/>
                </a:moveTo>
                <a:cubicBezTo>
                  <a:pt x="385137" y="124748"/>
                  <a:pt x="407730" y="138232"/>
                  <a:pt x="432911" y="141625"/>
                </a:cubicBezTo>
                <a:cubicBezTo>
                  <a:pt x="444609" y="143232"/>
                  <a:pt x="455414" y="134928"/>
                  <a:pt x="457021" y="123230"/>
                </a:cubicBezTo>
                <a:cubicBezTo>
                  <a:pt x="458629" y="111532"/>
                  <a:pt x="450324" y="100727"/>
                  <a:pt x="438626" y="99120"/>
                </a:cubicBezTo>
                <a:cubicBezTo>
                  <a:pt x="424428" y="97244"/>
                  <a:pt x="408980" y="89029"/>
                  <a:pt x="392460" y="76617"/>
                </a:cubicBezTo>
                <a:cubicBezTo>
                  <a:pt x="358170" y="50721"/>
                  <a:pt x="311646" y="50721"/>
                  <a:pt x="277267" y="76617"/>
                </a:cubicBezTo>
                <a:cubicBezTo>
                  <a:pt x="255836" y="92779"/>
                  <a:pt x="240923" y="100102"/>
                  <a:pt x="228600" y="100102"/>
                </a:cubicBezTo>
                <a:cubicBezTo>
                  <a:pt x="216277" y="100102"/>
                  <a:pt x="201364" y="92779"/>
                  <a:pt x="179933" y="76617"/>
                </a:cubicBezTo>
                <a:cubicBezTo>
                  <a:pt x="145643" y="50721"/>
                  <a:pt x="99120" y="50721"/>
                  <a:pt x="64740" y="76617"/>
                </a:cubicBezTo>
                <a:cubicBezTo>
                  <a:pt x="48220" y="89029"/>
                  <a:pt x="32772" y="97244"/>
                  <a:pt x="18574" y="99120"/>
                </a:cubicBezTo>
                <a:cubicBezTo>
                  <a:pt x="6876" y="100727"/>
                  <a:pt x="-1429" y="111443"/>
                  <a:pt x="179" y="123230"/>
                </a:cubicBezTo>
                <a:cubicBezTo>
                  <a:pt x="1786" y="135017"/>
                  <a:pt x="12502" y="143232"/>
                  <a:pt x="24289" y="141625"/>
                </a:cubicBezTo>
                <a:cubicBezTo>
                  <a:pt x="49470" y="138232"/>
                  <a:pt x="72152" y="124748"/>
                  <a:pt x="90547" y="110817"/>
                </a:cubicBezTo>
                <a:cubicBezTo>
                  <a:pt x="109567" y="96441"/>
                  <a:pt x="135106" y="96441"/>
                  <a:pt x="154126" y="110817"/>
                </a:cubicBezTo>
                <a:cubicBezTo>
                  <a:pt x="175736" y="127159"/>
                  <a:pt x="200829" y="142875"/>
                  <a:pt x="228600" y="142875"/>
                </a:cubicBezTo>
                <a:cubicBezTo>
                  <a:pt x="256371" y="142875"/>
                  <a:pt x="281374" y="127069"/>
                  <a:pt x="303074" y="110817"/>
                </a:cubicBezTo>
                <a:cubicBezTo>
                  <a:pt x="322094" y="96441"/>
                  <a:pt x="347633" y="96441"/>
                  <a:pt x="366653" y="110817"/>
                </a:cubicBezTo>
                <a:close/>
                <a:moveTo>
                  <a:pt x="366653" y="239405"/>
                </a:moveTo>
                <a:cubicBezTo>
                  <a:pt x="385137" y="253335"/>
                  <a:pt x="407730" y="266819"/>
                  <a:pt x="432911" y="270212"/>
                </a:cubicBezTo>
                <a:cubicBezTo>
                  <a:pt x="444609" y="271820"/>
                  <a:pt x="455414" y="263515"/>
                  <a:pt x="457021" y="251817"/>
                </a:cubicBezTo>
                <a:cubicBezTo>
                  <a:pt x="458629" y="240119"/>
                  <a:pt x="450324" y="229314"/>
                  <a:pt x="438626" y="227707"/>
                </a:cubicBezTo>
                <a:cubicBezTo>
                  <a:pt x="424428" y="225832"/>
                  <a:pt x="408980" y="217616"/>
                  <a:pt x="392460" y="205204"/>
                </a:cubicBezTo>
                <a:cubicBezTo>
                  <a:pt x="358170" y="179308"/>
                  <a:pt x="311646" y="179308"/>
                  <a:pt x="277267" y="205204"/>
                </a:cubicBezTo>
                <a:cubicBezTo>
                  <a:pt x="255836" y="221367"/>
                  <a:pt x="240923" y="228689"/>
                  <a:pt x="228600" y="228689"/>
                </a:cubicBezTo>
                <a:cubicBezTo>
                  <a:pt x="216277" y="228689"/>
                  <a:pt x="201364" y="221367"/>
                  <a:pt x="179933" y="205204"/>
                </a:cubicBezTo>
                <a:cubicBezTo>
                  <a:pt x="145643" y="179308"/>
                  <a:pt x="99120" y="179308"/>
                  <a:pt x="64740" y="205204"/>
                </a:cubicBezTo>
                <a:cubicBezTo>
                  <a:pt x="48220" y="217616"/>
                  <a:pt x="32772" y="225832"/>
                  <a:pt x="18574" y="227707"/>
                </a:cubicBezTo>
                <a:cubicBezTo>
                  <a:pt x="6876" y="229225"/>
                  <a:pt x="-1429" y="240030"/>
                  <a:pt x="179" y="251817"/>
                </a:cubicBezTo>
                <a:cubicBezTo>
                  <a:pt x="1786" y="263604"/>
                  <a:pt x="12502" y="271820"/>
                  <a:pt x="24289" y="270212"/>
                </a:cubicBezTo>
                <a:cubicBezTo>
                  <a:pt x="49470" y="266819"/>
                  <a:pt x="72152" y="253335"/>
                  <a:pt x="90547" y="239405"/>
                </a:cubicBezTo>
                <a:cubicBezTo>
                  <a:pt x="109567" y="225028"/>
                  <a:pt x="135106" y="225028"/>
                  <a:pt x="154126" y="239405"/>
                </a:cubicBezTo>
                <a:cubicBezTo>
                  <a:pt x="175736" y="255746"/>
                  <a:pt x="200829" y="271463"/>
                  <a:pt x="228600" y="271463"/>
                </a:cubicBezTo>
                <a:cubicBezTo>
                  <a:pt x="256371" y="271463"/>
                  <a:pt x="281374" y="255657"/>
                  <a:pt x="303074" y="239405"/>
                </a:cubicBezTo>
                <a:cubicBezTo>
                  <a:pt x="322094" y="225028"/>
                  <a:pt x="347633" y="225028"/>
                  <a:pt x="366653" y="239405"/>
                </a:cubicBezTo>
                <a:close/>
                <a:moveTo>
                  <a:pt x="303074" y="367992"/>
                </a:moveTo>
                <a:cubicBezTo>
                  <a:pt x="322094" y="353616"/>
                  <a:pt x="347633" y="353616"/>
                  <a:pt x="366653" y="367992"/>
                </a:cubicBezTo>
                <a:cubicBezTo>
                  <a:pt x="385137" y="381923"/>
                  <a:pt x="407730" y="395407"/>
                  <a:pt x="432911" y="398800"/>
                </a:cubicBezTo>
                <a:cubicBezTo>
                  <a:pt x="444609" y="400407"/>
                  <a:pt x="455414" y="392103"/>
                  <a:pt x="457021" y="380405"/>
                </a:cubicBezTo>
                <a:cubicBezTo>
                  <a:pt x="458629" y="368707"/>
                  <a:pt x="450324" y="357902"/>
                  <a:pt x="438626" y="356295"/>
                </a:cubicBezTo>
                <a:cubicBezTo>
                  <a:pt x="424428" y="354419"/>
                  <a:pt x="408980" y="346204"/>
                  <a:pt x="392460" y="333792"/>
                </a:cubicBezTo>
                <a:cubicBezTo>
                  <a:pt x="358170" y="307896"/>
                  <a:pt x="311646" y="307896"/>
                  <a:pt x="277267" y="333792"/>
                </a:cubicBezTo>
                <a:cubicBezTo>
                  <a:pt x="255836" y="349954"/>
                  <a:pt x="240923" y="357277"/>
                  <a:pt x="228600" y="357277"/>
                </a:cubicBezTo>
                <a:cubicBezTo>
                  <a:pt x="216277" y="357277"/>
                  <a:pt x="201364" y="349954"/>
                  <a:pt x="179933" y="333792"/>
                </a:cubicBezTo>
                <a:cubicBezTo>
                  <a:pt x="145643" y="307896"/>
                  <a:pt x="99120" y="307896"/>
                  <a:pt x="64740" y="333792"/>
                </a:cubicBezTo>
                <a:cubicBezTo>
                  <a:pt x="48220" y="346204"/>
                  <a:pt x="32772" y="354419"/>
                  <a:pt x="18574" y="356295"/>
                </a:cubicBezTo>
                <a:cubicBezTo>
                  <a:pt x="6876" y="357902"/>
                  <a:pt x="-1429" y="368618"/>
                  <a:pt x="179" y="380405"/>
                </a:cubicBezTo>
                <a:cubicBezTo>
                  <a:pt x="1786" y="392192"/>
                  <a:pt x="12502" y="400407"/>
                  <a:pt x="24289" y="398800"/>
                </a:cubicBezTo>
                <a:cubicBezTo>
                  <a:pt x="49470" y="395407"/>
                  <a:pt x="72152" y="381923"/>
                  <a:pt x="90547" y="367992"/>
                </a:cubicBezTo>
                <a:cubicBezTo>
                  <a:pt x="109567" y="353616"/>
                  <a:pt x="135106" y="353616"/>
                  <a:pt x="154126" y="367992"/>
                </a:cubicBezTo>
                <a:cubicBezTo>
                  <a:pt x="175736" y="384334"/>
                  <a:pt x="200829" y="400050"/>
                  <a:pt x="228600" y="400050"/>
                </a:cubicBezTo>
                <a:cubicBezTo>
                  <a:pt x="256371" y="400050"/>
                  <a:pt x="281374" y="384244"/>
                  <a:pt x="303074" y="367992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6" name="Text 34"/>
          <p:cNvSpPr/>
          <p:nvPr/>
        </p:nvSpPr>
        <p:spPr>
          <a:xfrm>
            <a:off x="93345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Drainage Systems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34500" y="4673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Flood control and storm water management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0" y="53975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99500" y="562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9936" y="28575"/>
                </a:moveTo>
                <a:lnTo>
                  <a:pt x="131891" y="28575"/>
                </a:lnTo>
                <a:cubicBezTo>
                  <a:pt x="105638" y="28575"/>
                  <a:pt x="82689" y="46524"/>
                  <a:pt x="76438" y="71973"/>
                </a:cubicBezTo>
                <a:lnTo>
                  <a:pt x="1250" y="375493"/>
                </a:lnTo>
                <a:cubicBezTo>
                  <a:pt x="-5447" y="402461"/>
                  <a:pt x="15002" y="428625"/>
                  <a:pt x="42863" y="428625"/>
                </a:cubicBezTo>
                <a:lnTo>
                  <a:pt x="199936" y="428625"/>
                </a:lnTo>
                <a:lnTo>
                  <a:pt x="199936" y="371475"/>
                </a:lnTo>
                <a:cubicBezTo>
                  <a:pt x="199936" y="355669"/>
                  <a:pt x="212705" y="342900"/>
                  <a:pt x="228511" y="342900"/>
                </a:cubicBezTo>
                <a:cubicBezTo>
                  <a:pt x="244316" y="342900"/>
                  <a:pt x="257086" y="355669"/>
                  <a:pt x="257086" y="371475"/>
                </a:cubicBezTo>
                <a:lnTo>
                  <a:pt x="257086" y="428625"/>
                </a:lnTo>
                <a:lnTo>
                  <a:pt x="414338" y="428625"/>
                </a:lnTo>
                <a:cubicBezTo>
                  <a:pt x="442198" y="428625"/>
                  <a:pt x="462647" y="402461"/>
                  <a:pt x="455950" y="375493"/>
                </a:cubicBezTo>
                <a:lnTo>
                  <a:pt x="380851" y="71973"/>
                </a:lnTo>
                <a:cubicBezTo>
                  <a:pt x="374511" y="46524"/>
                  <a:pt x="351651" y="28575"/>
                  <a:pt x="325309" y="28575"/>
                </a:cubicBezTo>
                <a:lnTo>
                  <a:pt x="257086" y="28575"/>
                </a:lnTo>
                <a:lnTo>
                  <a:pt x="257086" y="85725"/>
                </a:lnTo>
                <a:cubicBezTo>
                  <a:pt x="257086" y="101531"/>
                  <a:pt x="244316" y="114300"/>
                  <a:pt x="228511" y="114300"/>
                </a:cubicBezTo>
                <a:cubicBezTo>
                  <a:pt x="212705" y="114300"/>
                  <a:pt x="199936" y="101531"/>
                  <a:pt x="199936" y="85725"/>
                </a:cubicBezTo>
                <a:lnTo>
                  <a:pt x="199936" y="28575"/>
                </a:lnTo>
                <a:close/>
                <a:moveTo>
                  <a:pt x="257086" y="200025"/>
                </a:moveTo>
                <a:lnTo>
                  <a:pt x="257086" y="257175"/>
                </a:lnTo>
                <a:cubicBezTo>
                  <a:pt x="257086" y="272981"/>
                  <a:pt x="244316" y="285750"/>
                  <a:pt x="228511" y="285750"/>
                </a:cubicBezTo>
                <a:cubicBezTo>
                  <a:pt x="212705" y="285750"/>
                  <a:pt x="199936" y="272981"/>
                  <a:pt x="199936" y="257175"/>
                </a:cubicBezTo>
                <a:lnTo>
                  <a:pt x="199936" y="200025"/>
                </a:lnTo>
                <a:cubicBezTo>
                  <a:pt x="199936" y="184219"/>
                  <a:pt x="212705" y="171450"/>
                  <a:pt x="228511" y="171450"/>
                </a:cubicBezTo>
                <a:cubicBezTo>
                  <a:pt x="244316" y="171450"/>
                  <a:pt x="257086" y="184219"/>
                  <a:pt x="257086" y="20002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4500" y="552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Underground Tunnels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34500" y="58801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Subway and tunnel water ingress management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000" y="66040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99500" y="683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4" name="Text 42"/>
          <p:cNvSpPr/>
          <p:nvPr/>
        </p:nvSpPr>
        <p:spPr>
          <a:xfrm>
            <a:off x="9334500" y="673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Irrigation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34500" y="7086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agricultural water management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15240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rgbClr val="061220"/>
            </a:gs>
            <a:gs pos="100000">
              <a:srgbClr val="0B1D3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6604000"/>
            <a:ext cx="2540000" cy="2540000"/>
          </a:xfrm>
          <a:prstGeom prst="ellipse">
            <a:avLst/>
          </a:prstGeom>
          <a:solidFill>
            <a:srgbClr val="00E5FF">
              <a:alpha val="3137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7112000" cy="3492500"/>
          </a:xfrm>
          <a:prstGeom prst="roundRect">
            <a:avLst>
              <a:gd name="adj" fmla="val 6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057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2057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Successfully Completed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565400"/>
            <a:ext cx="6604000" cy="12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730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Successfully automates mine dewatering operations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Solar-powered sustainable and eco-friendly solution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Reliable pump control using Arduino with IoT concepts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Dual-threshold logic with confirmation filter works effectively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monitoring via LCD and serial interface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dependency on fossil fuels and manual labor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879600"/>
            <a:ext cx="7112000" cy="546100"/>
          </a:xfrm>
          <a:prstGeom prst="roundRect">
            <a:avLst>
              <a:gd name="adj" fmla="val 10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8528050" y="197485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00E5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8890000" y="1841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Monitoring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Remote control via smartphone application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2540000"/>
            <a:ext cx="7112000" cy="508000"/>
          </a:xfrm>
          <a:prstGeom prst="roundRect">
            <a:avLst>
              <a:gd name="adj" fmla="val 10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9950" y="2628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2328" y="6846"/>
                </a:moveTo>
                <a:cubicBezTo>
                  <a:pt x="45601" y="2738"/>
                  <a:pt x="36790" y="4941"/>
                  <a:pt x="32683" y="11668"/>
                </a:cubicBezTo>
                <a:cubicBezTo>
                  <a:pt x="17919" y="36076"/>
                  <a:pt x="9465" y="64710"/>
                  <a:pt x="9465" y="95250"/>
                </a:cubicBezTo>
                <a:cubicBezTo>
                  <a:pt x="9465" y="125790"/>
                  <a:pt x="17919" y="154424"/>
                  <a:pt x="32683" y="178832"/>
                </a:cubicBezTo>
                <a:cubicBezTo>
                  <a:pt x="36790" y="185559"/>
                  <a:pt x="45541" y="187762"/>
                  <a:pt x="52328" y="183654"/>
                </a:cubicBezTo>
                <a:cubicBezTo>
                  <a:pt x="59115" y="179546"/>
                  <a:pt x="61258" y="170795"/>
                  <a:pt x="57150" y="164009"/>
                </a:cubicBezTo>
                <a:cubicBezTo>
                  <a:pt x="45065" y="144006"/>
                  <a:pt x="38100" y="120432"/>
                  <a:pt x="38100" y="95250"/>
                </a:cubicBezTo>
                <a:cubicBezTo>
                  <a:pt x="38100" y="70068"/>
                  <a:pt x="45065" y="46494"/>
                  <a:pt x="57210" y="26432"/>
                </a:cubicBezTo>
                <a:cubicBezTo>
                  <a:pt x="61317" y="19705"/>
                  <a:pt x="59115" y="10894"/>
                  <a:pt x="52388" y="6787"/>
                </a:cubicBezTo>
                <a:close/>
                <a:moveTo>
                  <a:pt x="290513" y="6846"/>
                </a:moveTo>
                <a:cubicBezTo>
                  <a:pt x="283785" y="10954"/>
                  <a:pt x="281583" y="19705"/>
                  <a:pt x="285690" y="26491"/>
                </a:cubicBezTo>
                <a:cubicBezTo>
                  <a:pt x="297835" y="46553"/>
                  <a:pt x="304800" y="70128"/>
                  <a:pt x="304800" y="95310"/>
                </a:cubicBezTo>
                <a:cubicBezTo>
                  <a:pt x="304800" y="120491"/>
                  <a:pt x="297835" y="144066"/>
                  <a:pt x="285690" y="164128"/>
                </a:cubicBezTo>
                <a:cubicBezTo>
                  <a:pt x="281583" y="170855"/>
                  <a:pt x="283785" y="179665"/>
                  <a:pt x="290513" y="183773"/>
                </a:cubicBezTo>
                <a:cubicBezTo>
                  <a:pt x="297240" y="187881"/>
                  <a:pt x="306050" y="185678"/>
                  <a:pt x="310158" y="178951"/>
                </a:cubicBezTo>
                <a:cubicBezTo>
                  <a:pt x="324922" y="154543"/>
                  <a:pt x="333375" y="125909"/>
                  <a:pt x="333375" y="95369"/>
                </a:cubicBezTo>
                <a:cubicBezTo>
                  <a:pt x="333375" y="64830"/>
                  <a:pt x="324922" y="36076"/>
                  <a:pt x="310158" y="11668"/>
                </a:cubicBezTo>
                <a:cubicBezTo>
                  <a:pt x="306050" y="4941"/>
                  <a:pt x="297299" y="2738"/>
                  <a:pt x="290513" y="6846"/>
                </a:cubicBezTo>
                <a:close/>
                <a:moveTo>
                  <a:pt x="190500" y="128230"/>
                </a:moveTo>
                <a:cubicBezTo>
                  <a:pt x="201870" y="121622"/>
                  <a:pt x="209550" y="109359"/>
                  <a:pt x="209550" y="95250"/>
                </a:cubicBezTo>
                <a:cubicBezTo>
                  <a:pt x="209550" y="74235"/>
                  <a:pt x="192465" y="57150"/>
                  <a:pt x="171450" y="57150"/>
                </a:cubicBezTo>
                <a:cubicBezTo>
                  <a:pt x="150435" y="57150"/>
                  <a:pt x="133350" y="74235"/>
                  <a:pt x="133350" y="95250"/>
                </a:cubicBezTo>
                <a:cubicBezTo>
                  <a:pt x="133350" y="109359"/>
                  <a:pt x="141030" y="121682"/>
                  <a:pt x="152400" y="128230"/>
                </a:cubicBezTo>
                <a:lnTo>
                  <a:pt x="152400" y="285750"/>
                </a:lnTo>
                <a:cubicBezTo>
                  <a:pt x="152400" y="296287"/>
                  <a:pt x="160913" y="304800"/>
                  <a:pt x="171450" y="304800"/>
                </a:cubicBezTo>
                <a:cubicBezTo>
                  <a:pt x="181987" y="304800"/>
                  <a:pt x="190500" y="296287"/>
                  <a:pt x="190500" y="285750"/>
                </a:cubicBezTo>
                <a:lnTo>
                  <a:pt x="190500" y="128230"/>
                </a:lnTo>
                <a:close/>
                <a:moveTo>
                  <a:pt x="107275" y="54173"/>
                </a:moveTo>
                <a:cubicBezTo>
                  <a:pt x="111562" y="47506"/>
                  <a:pt x="109597" y="38695"/>
                  <a:pt x="102989" y="34409"/>
                </a:cubicBezTo>
                <a:cubicBezTo>
                  <a:pt x="96381" y="30123"/>
                  <a:pt x="87511" y="32087"/>
                  <a:pt x="83225" y="38695"/>
                </a:cubicBezTo>
                <a:cubicBezTo>
                  <a:pt x="72747" y="55007"/>
                  <a:pt x="66675" y="74414"/>
                  <a:pt x="66675" y="95250"/>
                </a:cubicBezTo>
                <a:cubicBezTo>
                  <a:pt x="66675" y="116086"/>
                  <a:pt x="72747" y="135493"/>
                  <a:pt x="83225" y="151805"/>
                </a:cubicBezTo>
                <a:cubicBezTo>
                  <a:pt x="87511" y="158472"/>
                  <a:pt x="96322" y="160377"/>
                  <a:pt x="102989" y="156091"/>
                </a:cubicBezTo>
                <a:cubicBezTo>
                  <a:pt x="109657" y="151805"/>
                  <a:pt x="111562" y="142994"/>
                  <a:pt x="107275" y="136327"/>
                </a:cubicBezTo>
                <a:cubicBezTo>
                  <a:pt x="99655" y="124480"/>
                  <a:pt x="95250" y="110371"/>
                  <a:pt x="95250" y="95250"/>
                </a:cubicBezTo>
                <a:cubicBezTo>
                  <a:pt x="95250" y="80129"/>
                  <a:pt x="99655" y="66020"/>
                  <a:pt x="107275" y="54173"/>
                </a:cubicBezTo>
                <a:close/>
                <a:moveTo>
                  <a:pt x="259675" y="38695"/>
                </a:moveTo>
                <a:cubicBezTo>
                  <a:pt x="255389" y="32028"/>
                  <a:pt x="246578" y="30123"/>
                  <a:pt x="239911" y="34409"/>
                </a:cubicBezTo>
                <a:cubicBezTo>
                  <a:pt x="233243" y="38695"/>
                  <a:pt x="231338" y="47506"/>
                  <a:pt x="235625" y="54173"/>
                </a:cubicBezTo>
                <a:cubicBezTo>
                  <a:pt x="243245" y="66020"/>
                  <a:pt x="247650" y="80129"/>
                  <a:pt x="247650" y="95250"/>
                </a:cubicBezTo>
                <a:cubicBezTo>
                  <a:pt x="247650" y="110371"/>
                  <a:pt x="243245" y="124480"/>
                  <a:pt x="235625" y="136327"/>
                </a:cubicBezTo>
                <a:cubicBezTo>
                  <a:pt x="231338" y="142994"/>
                  <a:pt x="233303" y="151805"/>
                  <a:pt x="239911" y="156091"/>
                </a:cubicBezTo>
                <a:cubicBezTo>
                  <a:pt x="246519" y="160377"/>
                  <a:pt x="255389" y="158413"/>
                  <a:pt x="259675" y="151805"/>
                </a:cubicBezTo>
                <a:cubicBezTo>
                  <a:pt x="270153" y="135493"/>
                  <a:pt x="276225" y="116086"/>
                  <a:pt x="276225" y="95250"/>
                </a:cubicBezTo>
                <a:cubicBezTo>
                  <a:pt x="276225" y="74414"/>
                  <a:pt x="270153" y="55007"/>
                  <a:pt x="259675" y="3869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GSM/WiFi Alerts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SMS and email notifications for critical events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238500"/>
            <a:ext cx="7112000" cy="508000"/>
          </a:xfrm>
          <a:prstGeom prst="roundRect">
            <a:avLst>
              <a:gd name="adj" fmla="val 10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9950" y="332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3238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IoT Dashboard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data visualization and analytics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3937000"/>
            <a:ext cx="7112000" cy="508000"/>
          </a:xfrm>
          <a:prstGeom prst="roundRect">
            <a:avLst>
              <a:gd name="adj" fmla="val 10000"/>
            </a:avLst>
          </a:prstGeom>
          <a:solidFill>
            <a:srgbClr val="0F2A4A">
              <a:alpha val="50196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9000" y="402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8890000" y="3841750"/>
            <a:ext cx="615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Predictive Monitoring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Machine learning for failure prediction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88000" y="5715000"/>
            <a:ext cx="5080000" cy="254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5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2540000" y="5969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kern="0" spc="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10000" y="69215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8000" y="7493000"/>
            <a:ext cx="5080000" cy="254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5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3810000" y="76835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Sanjivani College of Engineering | Computer Engineering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8 | Fundamentals of IoT (MDCO223)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flip="none" rotWithShape="1">
            <a:gsLst>
              <a:gs pos="0">
                <a:srgbClr val="00E5FF">
                  <a:alpha val="0"/>
                </a:srgbClr>
              </a:gs>
              <a:gs pos="30000">
                <a:srgbClr val="00E5FF"/>
              </a:gs>
              <a:gs pos="70000">
                <a:srgbClr val="00E5FF"/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1612</Words>
  <Application>Microsoft Office PowerPoint</Application>
  <PresentationFormat>Custom</PresentationFormat>
  <Paragraphs>344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Liter</vt:lpstr>
      <vt:lpstr>Quattrocento Sans</vt:lpstr>
      <vt:lpstr>QuattrocentoSans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Solar-Powered Automatic Dewatering System for Mining Operations Using IoT</dc:title>
  <dc:subject>Solar-Powered Automatic Dewatering System for Mining Operations Using IoT</dc:subject>
  <dc:creator>Kimi</dc:creator>
  <cp:lastModifiedBy>Hrushikesh Thombare</cp:lastModifiedBy>
  <cp:revision>2</cp:revision>
  <dcterms:created xsi:type="dcterms:W3CDTF">2026-05-07T15:57:06Z</dcterms:created>
  <dcterms:modified xsi:type="dcterms:W3CDTF">2026-05-08T06:43:51Z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{"Label":"Solar-Powered Automatic Dewatering System for Mining Operations Using IoT","ContentProducer":"001191110108MACG2KBH8F10000","ProduceID":"19e0324b-1102-8727-8000-00002b901321","ReservedCode1":"","ContentPropagator":"001191110108MACG2KBH8F20000","PropagateID":"19e0324b-1102-8727-8000-00002b901321","ReservedCode2":""}</vt:lpwstr>
  </property>
</Properties>
</file>